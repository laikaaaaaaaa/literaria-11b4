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624"/>
    <a:srgbClr val="142E21"/>
    <a:srgbClr val="22271B"/>
    <a:srgbClr val="4F6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716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01701" y="2635250"/>
            <a:ext cx="6489997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4A0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0940" y="3901807"/>
            <a:ext cx="5331519" cy="92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4A0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4A0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4A0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4831" y="917606"/>
            <a:ext cx="83800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4A0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9801" y="2780296"/>
            <a:ext cx="301942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0119" algn="l"/>
                <a:tab pos="1745614" algn="l"/>
                <a:tab pos="2310765" algn="l"/>
                <a:tab pos="2856230" algn="l"/>
              </a:tabLst>
            </a:pP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T</a:t>
            </a:r>
            <a:r>
              <a:rPr sz="1150" spc="4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H</a:t>
            </a:r>
            <a:r>
              <a:rPr sz="1150" spc="4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U</a:t>
            </a:r>
            <a:r>
              <a:rPr sz="1150" spc="3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Y</a:t>
            </a:r>
            <a:r>
              <a:rPr sz="1150" spc="4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250" dirty="0">
                <a:solidFill>
                  <a:srgbClr val="DFE2DA"/>
                </a:solidFill>
                <a:latin typeface="Microsoft Sans Serif"/>
                <a:cs typeface="Microsoft Sans Serif"/>
              </a:rPr>
              <a:t>Ế</a:t>
            </a:r>
            <a:r>
              <a:rPr sz="12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DFE2DA"/>
                </a:solidFill>
                <a:latin typeface="Microsoft Sans Serif"/>
                <a:cs typeface="Microsoft Sans Serif"/>
              </a:rPr>
              <a:t>T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	T</a:t>
            </a:r>
            <a:r>
              <a:rPr sz="1150" spc="6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R</a:t>
            </a:r>
            <a:r>
              <a:rPr sz="1150" spc="7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Ì</a:t>
            </a:r>
            <a:r>
              <a:rPr sz="1150" spc="7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N</a:t>
            </a:r>
            <a:r>
              <a:rPr sz="1150" spc="7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spc="-60" dirty="0">
                <a:solidFill>
                  <a:srgbClr val="DFE2DA"/>
                </a:solidFill>
                <a:latin typeface="Microsoft Sans Serif"/>
                <a:cs typeface="Microsoft Sans Serif"/>
              </a:rPr>
              <a:t>H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	N</a:t>
            </a:r>
            <a:r>
              <a:rPr sz="11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G</a:t>
            </a:r>
            <a:r>
              <a:rPr sz="1150" spc="8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250" spc="-50" dirty="0">
                <a:solidFill>
                  <a:srgbClr val="DFE2DA"/>
                </a:solidFill>
                <a:latin typeface="Microsoft Sans Serif"/>
                <a:cs typeface="Microsoft Sans Serif"/>
              </a:rPr>
              <a:t>Ữ</a:t>
            </a:r>
            <a:r>
              <a:rPr sz="1250" dirty="0">
                <a:solidFill>
                  <a:srgbClr val="DFE2DA"/>
                </a:solidFill>
                <a:latin typeface="Microsoft Sans Serif"/>
                <a:cs typeface="Microsoft Sans Serif"/>
              </a:rPr>
              <a:t>	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V</a:t>
            </a:r>
            <a:r>
              <a:rPr sz="115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DFE2DA"/>
                </a:solidFill>
                <a:latin typeface="Lucida Sans Unicode"/>
                <a:cs typeface="Lucida Sans Unicode"/>
              </a:rPr>
              <a:t>Ă</a:t>
            </a:r>
            <a:r>
              <a:rPr sz="1200" spc="-25" dirty="0">
                <a:solidFill>
                  <a:srgbClr val="DFE2DA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DFE2DA"/>
                </a:solidFill>
                <a:latin typeface="Microsoft Sans Serif"/>
                <a:cs typeface="Microsoft Sans Serif"/>
              </a:rPr>
              <a:t>N</a:t>
            </a:r>
            <a:r>
              <a:rPr sz="1150" dirty="0">
                <a:solidFill>
                  <a:srgbClr val="DFE2DA"/>
                </a:solidFill>
                <a:latin typeface="Microsoft Sans Serif"/>
                <a:cs typeface="Microsoft Sans Serif"/>
              </a:rPr>
              <a:t>	</a:t>
            </a:r>
            <a:r>
              <a:rPr sz="1150" spc="-270" dirty="0">
                <a:solidFill>
                  <a:srgbClr val="DFE2DA"/>
                </a:solidFill>
                <a:latin typeface="Microsoft Sans Serif"/>
                <a:cs typeface="Microsoft Sans Serif"/>
              </a:rPr>
              <a:t>1</a:t>
            </a:r>
            <a:r>
              <a:rPr sz="1150" spc="11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150" spc="-320" dirty="0">
                <a:solidFill>
                  <a:srgbClr val="DFE2DA"/>
                </a:solidFill>
                <a:latin typeface="Microsoft Sans Serif"/>
                <a:cs typeface="Microsoft Sans Serif"/>
              </a:rPr>
              <a:t>1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33924" y="406717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2191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" y="0"/>
                </a:lnTo>
                <a:lnTo>
                  <a:pt x="1219199" y="380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81660" y="4339104"/>
            <a:ext cx="3328670" cy="41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i="1" spc="-180" dirty="0">
                <a:solidFill>
                  <a:srgbClr val="DFE2DA"/>
                </a:solidFill>
                <a:latin typeface="Arial"/>
                <a:cs typeface="Arial"/>
              </a:rPr>
              <a:t>Tác</a:t>
            </a:r>
            <a:r>
              <a:rPr sz="2550" i="1" spc="-120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550" i="1" spc="-45" dirty="0">
                <a:solidFill>
                  <a:srgbClr val="DFE2DA"/>
                </a:solidFill>
                <a:latin typeface="Arial"/>
                <a:cs typeface="Arial"/>
              </a:rPr>
              <a:t>gi</a:t>
            </a:r>
            <a:r>
              <a:rPr sz="2400" i="1" spc="-45" dirty="0">
                <a:solidFill>
                  <a:srgbClr val="DFE2DA"/>
                </a:solidFill>
                <a:latin typeface="Arial"/>
                <a:cs typeface="Arial"/>
              </a:rPr>
              <a:t>ả</a:t>
            </a:r>
            <a:r>
              <a:rPr sz="2550" i="1" spc="-45" dirty="0">
                <a:solidFill>
                  <a:srgbClr val="DFE2DA"/>
                </a:solidFill>
                <a:latin typeface="Arial"/>
                <a:cs typeface="Arial"/>
              </a:rPr>
              <a:t>:</a:t>
            </a:r>
            <a:r>
              <a:rPr sz="2550" i="1" spc="-120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550" i="1" spc="-65" dirty="0">
                <a:solidFill>
                  <a:srgbClr val="DFE2DA"/>
                </a:solidFill>
                <a:latin typeface="Arial"/>
                <a:cs typeface="Arial"/>
              </a:rPr>
              <a:t>Tr</a:t>
            </a:r>
            <a:r>
              <a:rPr sz="2400" i="1" spc="-65" dirty="0">
                <a:solidFill>
                  <a:srgbClr val="DFE2DA"/>
                </a:solidFill>
                <a:latin typeface="Arial"/>
                <a:cs typeface="Arial"/>
              </a:rPr>
              <a:t>ầ</a:t>
            </a:r>
            <a:r>
              <a:rPr sz="2550" i="1" spc="-65" dirty="0">
                <a:solidFill>
                  <a:srgbClr val="DFE2DA"/>
                </a:solidFill>
                <a:latin typeface="Arial"/>
                <a:cs typeface="Arial"/>
              </a:rPr>
              <a:t>n</a:t>
            </a:r>
            <a:r>
              <a:rPr sz="2550" i="1" spc="-114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550" i="1" dirty="0">
                <a:solidFill>
                  <a:srgbClr val="DFE2DA"/>
                </a:solidFill>
                <a:latin typeface="Arial"/>
                <a:cs typeface="Arial"/>
              </a:rPr>
              <a:t>Duy</a:t>
            </a:r>
            <a:r>
              <a:rPr sz="2550" i="1" spc="-120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550" i="1" spc="-10" dirty="0">
                <a:solidFill>
                  <a:srgbClr val="DFE2DA"/>
                </a:solidFill>
                <a:latin typeface="Arial"/>
                <a:cs typeface="Arial"/>
              </a:rPr>
              <a:t>Phiên</a:t>
            </a:r>
            <a:endParaRPr sz="2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0819" y="3035300"/>
            <a:ext cx="53505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400" dirty="0">
                <a:solidFill>
                  <a:srgbClr val="C4A058"/>
                </a:solidFill>
                <a:latin typeface="Cambria"/>
                <a:cs typeface="Cambria"/>
              </a:rPr>
              <a:t>KIẾN</a:t>
            </a:r>
            <a:r>
              <a:rPr sz="5400" b="1" spc="105" dirty="0">
                <a:solidFill>
                  <a:srgbClr val="C4A058"/>
                </a:solidFill>
                <a:latin typeface="Cambria"/>
                <a:cs typeface="Cambria"/>
              </a:rPr>
              <a:t> </a:t>
            </a:r>
            <a:r>
              <a:rPr sz="5400" b="1" dirty="0">
                <a:solidFill>
                  <a:srgbClr val="C4A058"/>
                </a:solidFill>
                <a:latin typeface="Cambria"/>
                <a:cs typeface="Cambria"/>
              </a:rPr>
              <a:t>VÀ</a:t>
            </a:r>
            <a:r>
              <a:rPr sz="5400" b="1" spc="110" dirty="0">
                <a:solidFill>
                  <a:srgbClr val="C4A058"/>
                </a:solidFill>
                <a:latin typeface="Cambria"/>
                <a:cs typeface="Cambria"/>
              </a:rPr>
              <a:t> </a:t>
            </a:r>
            <a:r>
              <a:rPr sz="5400" b="1" spc="90" dirty="0">
                <a:solidFill>
                  <a:srgbClr val="C4A058"/>
                </a:solidFill>
                <a:latin typeface="Cambria"/>
                <a:cs typeface="Cambria"/>
              </a:rPr>
              <a:t>NGƯỜI</a:t>
            </a:r>
            <a:endParaRPr sz="5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3899" y="895349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HÀNH</a:t>
            </a:r>
            <a:r>
              <a:rPr spc="200" dirty="0"/>
              <a:t> </a:t>
            </a:r>
            <a:r>
              <a:rPr spc="275" dirty="0"/>
              <a:t>TRÌNH</a:t>
            </a:r>
            <a:r>
              <a:rPr spc="204" dirty="0"/>
              <a:t> </a:t>
            </a:r>
            <a:r>
              <a:rPr spc="350" dirty="0"/>
              <a:t>KHÁM</a:t>
            </a:r>
            <a:r>
              <a:rPr spc="204" dirty="0"/>
              <a:t> </a:t>
            </a:r>
            <a:r>
              <a:rPr spc="225" dirty="0"/>
              <a:t>PHÁ</a:t>
            </a:r>
            <a:r>
              <a:rPr spc="200" dirty="0"/>
              <a:t> </a:t>
            </a:r>
            <a:r>
              <a:rPr spc="240" dirty="0"/>
              <a:t>VĂN</a:t>
            </a:r>
            <a:r>
              <a:rPr spc="204" dirty="0"/>
              <a:t> </a:t>
            </a:r>
            <a:r>
              <a:rPr spc="215" dirty="0"/>
              <a:t>BẢN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23899" y="1762125"/>
            <a:ext cx="4429125" cy="590550"/>
            <a:chOff x="723899" y="1762125"/>
            <a:chExt cx="4429125" cy="590550"/>
          </a:xfrm>
        </p:grpSpPr>
        <p:sp>
          <p:nvSpPr>
            <p:cNvPr id="5" name="object 5"/>
            <p:cNvSpPr/>
            <p:nvPr/>
          </p:nvSpPr>
          <p:spPr>
            <a:xfrm>
              <a:off x="723899" y="1762125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8820" y="11259"/>
                  </a:lnTo>
                  <a:lnTo>
                    <a:pt x="4413086" y="42321"/>
                  </a:lnTo>
                  <a:lnTo>
                    <a:pt x="4428671" y="85866"/>
                  </a:lnTo>
                  <a:lnTo>
                    <a:pt x="4429124" y="95249"/>
                  </a:lnTo>
                  <a:lnTo>
                    <a:pt x="4429124" y="495299"/>
                  </a:lnTo>
                  <a:lnTo>
                    <a:pt x="4417863" y="540245"/>
                  </a:lnTo>
                  <a:lnTo>
                    <a:pt x="4386802" y="574512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3899" y="1762125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514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5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75144" y="581024"/>
                  </a:lnTo>
                  <a:lnTo>
                    <a:pt x="4370324" y="583299"/>
                  </a:lnTo>
                  <a:lnTo>
                    <a:pt x="4361482" y="586471"/>
                  </a:lnTo>
                  <a:lnTo>
                    <a:pt x="4352460" y="588737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  <a:path w="4429125" h="590550">
                  <a:moveTo>
                    <a:pt x="4375144" y="581024"/>
                  </a:moveTo>
                  <a:lnTo>
                    <a:pt x="4339503" y="581024"/>
                  </a:lnTo>
                  <a:lnTo>
                    <a:pt x="4345077" y="580475"/>
                  </a:lnTo>
                  <a:lnTo>
                    <a:pt x="4356118" y="578279"/>
                  </a:lnTo>
                  <a:lnTo>
                    <a:pt x="4390511" y="559896"/>
                  </a:lnTo>
                  <a:lnTo>
                    <a:pt x="4415227" y="522905"/>
                  </a:lnTo>
                  <a:lnTo>
                    <a:pt x="4419599" y="500928"/>
                  </a:lnTo>
                  <a:lnTo>
                    <a:pt x="4419599" y="89621"/>
                  </a:lnTo>
                  <a:lnTo>
                    <a:pt x="4408278" y="52303"/>
                  </a:lnTo>
                  <a:lnTo>
                    <a:pt x="4376819" y="20845"/>
                  </a:lnTo>
                  <a:lnTo>
                    <a:pt x="4339503" y="9524"/>
                  </a:lnTo>
                  <a:lnTo>
                    <a:pt x="4375144" y="9524"/>
                  </a:lnTo>
                  <a:lnTo>
                    <a:pt x="4407540" y="34853"/>
                  </a:lnTo>
                  <a:lnTo>
                    <a:pt x="4427311" y="76663"/>
                  </a:lnTo>
                  <a:lnTo>
                    <a:pt x="4429124" y="495299"/>
                  </a:lnTo>
                  <a:lnTo>
                    <a:pt x="4428671" y="504682"/>
                  </a:lnTo>
                  <a:lnTo>
                    <a:pt x="4413086" y="548227"/>
                  </a:lnTo>
                  <a:lnTo>
                    <a:pt x="4378820" y="579290"/>
                  </a:lnTo>
                  <a:lnTo>
                    <a:pt x="4375144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34024" y="1762125"/>
            <a:ext cx="4438650" cy="590550"/>
            <a:chOff x="5534024" y="1762125"/>
            <a:chExt cx="4438650" cy="590550"/>
          </a:xfrm>
        </p:grpSpPr>
        <p:sp>
          <p:nvSpPr>
            <p:cNvPr id="8" name="object 8"/>
            <p:cNvSpPr/>
            <p:nvPr/>
          </p:nvSpPr>
          <p:spPr>
            <a:xfrm>
              <a:off x="5534024" y="1762125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8344" y="11259"/>
                  </a:lnTo>
                  <a:lnTo>
                    <a:pt x="4422610" y="42321"/>
                  </a:lnTo>
                  <a:lnTo>
                    <a:pt x="4438196" y="85866"/>
                  </a:lnTo>
                  <a:lnTo>
                    <a:pt x="4438649" y="95249"/>
                  </a:lnTo>
                  <a:lnTo>
                    <a:pt x="4438649" y="495299"/>
                  </a:lnTo>
                  <a:lnTo>
                    <a:pt x="4427388" y="540245"/>
                  </a:lnTo>
                  <a:lnTo>
                    <a:pt x="4396326" y="574512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34024" y="1762125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4668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4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84668" y="581024"/>
                  </a:lnTo>
                  <a:lnTo>
                    <a:pt x="4379848" y="583299"/>
                  </a:lnTo>
                  <a:lnTo>
                    <a:pt x="4371006" y="586471"/>
                  </a:lnTo>
                  <a:lnTo>
                    <a:pt x="4361984" y="588737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  <a:path w="4438650" h="590550">
                  <a:moveTo>
                    <a:pt x="4384668" y="581024"/>
                  </a:moveTo>
                  <a:lnTo>
                    <a:pt x="4349028" y="581024"/>
                  </a:lnTo>
                  <a:lnTo>
                    <a:pt x="4354602" y="580475"/>
                  </a:lnTo>
                  <a:lnTo>
                    <a:pt x="4365643" y="578279"/>
                  </a:lnTo>
                  <a:lnTo>
                    <a:pt x="4400035" y="559896"/>
                  </a:lnTo>
                  <a:lnTo>
                    <a:pt x="4424752" y="522905"/>
                  </a:lnTo>
                  <a:lnTo>
                    <a:pt x="4429124" y="500928"/>
                  </a:lnTo>
                  <a:lnTo>
                    <a:pt x="4429124" y="89621"/>
                  </a:lnTo>
                  <a:lnTo>
                    <a:pt x="4417804" y="52303"/>
                  </a:lnTo>
                  <a:lnTo>
                    <a:pt x="4386345" y="20845"/>
                  </a:lnTo>
                  <a:lnTo>
                    <a:pt x="4349028" y="9524"/>
                  </a:lnTo>
                  <a:lnTo>
                    <a:pt x="4384668" y="9524"/>
                  </a:lnTo>
                  <a:lnTo>
                    <a:pt x="4417065" y="34853"/>
                  </a:lnTo>
                  <a:lnTo>
                    <a:pt x="4436836" y="76663"/>
                  </a:lnTo>
                  <a:lnTo>
                    <a:pt x="4438649" y="495299"/>
                  </a:lnTo>
                  <a:lnTo>
                    <a:pt x="4438196" y="504682"/>
                  </a:lnTo>
                  <a:lnTo>
                    <a:pt x="4422610" y="548227"/>
                  </a:lnTo>
                  <a:lnTo>
                    <a:pt x="4388344" y="579290"/>
                  </a:lnTo>
                  <a:lnTo>
                    <a:pt x="4384668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23899" y="2505074"/>
            <a:ext cx="4429125" cy="590550"/>
            <a:chOff x="723899" y="2505074"/>
            <a:chExt cx="4429125" cy="590550"/>
          </a:xfrm>
        </p:grpSpPr>
        <p:sp>
          <p:nvSpPr>
            <p:cNvPr id="11" name="object 11"/>
            <p:cNvSpPr/>
            <p:nvPr/>
          </p:nvSpPr>
          <p:spPr>
            <a:xfrm>
              <a:off x="723899" y="2505074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8820" y="11259"/>
                  </a:lnTo>
                  <a:lnTo>
                    <a:pt x="4413086" y="42321"/>
                  </a:lnTo>
                  <a:lnTo>
                    <a:pt x="4428671" y="85866"/>
                  </a:lnTo>
                  <a:lnTo>
                    <a:pt x="4429124" y="95249"/>
                  </a:lnTo>
                  <a:lnTo>
                    <a:pt x="4429124" y="495299"/>
                  </a:lnTo>
                  <a:lnTo>
                    <a:pt x="4417863" y="540245"/>
                  </a:lnTo>
                  <a:lnTo>
                    <a:pt x="4386802" y="574511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899" y="2505075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514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5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75143" y="581024"/>
                  </a:lnTo>
                  <a:lnTo>
                    <a:pt x="4370324" y="583299"/>
                  </a:lnTo>
                  <a:lnTo>
                    <a:pt x="4361482" y="586471"/>
                  </a:lnTo>
                  <a:lnTo>
                    <a:pt x="4352460" y="588737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  <a:path w="4429125" h="590550">
                  <a:moveTo>
                    <a:pt x="4375143" y="581024"/>
                  </a:moveTo>
                  <a:lnTo>
                    <a:pt x="4339503" y="581024"/>
                  </a:lnTo>
                  <a:lnTo>
                    <a:pt x="4345077" y="580475"/>
                  </a:lnTo>
                  <a:lnTo>
                    <a:pt x="4356118" y="578279"/>
                  </a:lnTo>
                  <a:lnTo>
                    <a:pt x="4390511" y="559896"/>
                  </a:lnTo>
                  <a:lnTo>
                    <a:pt x="4415227" y="522905"/>
                  </a:lnTo>
                  <a:lnTo>
                    <a:pt x="4419599" y="500928"/>
                  </a:lnTo>
                  <a:lnTo>
                    <a:pt x="4419599" y="89621"/>
                  </a:lnTo>
                  <a:lnTo>
                    <a:pt x="4408278" y="52303"/>
                  </a:lnTo>
                  <a:lnTo>
                    <a:pt x="4376819" y="20845"/>
                  </a:lnTo>
                  <a:lnTo>
                    <a:pt x="4339503" y="9524"/>
                  </a:lnTo>
                  <a:lnTo>
                    <a:pt x="4375144" y="9524"/>
                  </a:lnTo>
                  <a:lnTo>
                    <a:pt x="4407540" y="34853"/>
                  </a:lnTo>
                  <a:lnTo>
                    <a:pt x="4427311" y="76663"/>
                  </a:lnTo>
                  <a:lnTo>
                    <a:pt x="4429124" y="495299"/>
                  </a:lnTo>
                  <a:lnTo>
                    <a:pt x="4428671" y="504682"/>
                  </a:lnTo>
                  <a:lnTo>
                    <a:pt x="4413086" y="548227"/>
                  </a:lnTo>
                  <a:lnTo>
                    <a:pt x="4378820" y="579289"/>
                  </a:lnTo>
                  <a:lnTo>
                    <a:pt x="4375143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534024" y="2505074"/>
            <a:ext cx="4438650" cy="590550"/>
            <a:chOff x="5534024" y="2505074"/>
            <a:chExt cx="4438650" cy="590550"/>
          </a:xfrm>
        </p:grpSpPr>
        <p:sp>
          <p:nvSpPr>
            <p:cNvPr id="14" name="object 14"/>
            <p:cNvSpPr/>
            <p:nvPr/>
          </p:nvSpPr>
          <p:spPr>
            <a:xfrm>
              <a:off x="5534024" y="2505074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8344" y="11259"/>
                  </a:lnTo>
                  <a:lnTo>
                    <a:pt x="4422610" y="42321"/>
                  </a:lnTo>
                  <a:lnTo>
                    <a:pt x="4438196" y="85866"/>
                  </a:lnTo>
                  <a:lnTo>
                    <a:pt x="4438649" y="95249"/>
                  </a:lnTo>
                  <a:lnTo>
                    <a:pt x="4438649" y="495299"/>
                  </a:lnTo>
                  <a:lnTo>
                    <a:pt x="4427388" y="540245"/>
                  </a:lnTo>
                  <a:lnTo>
                    <a:pt x="4396326" y="574511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34024" y="2505075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4669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4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84667" y="581024"/>
                  </a:lnTo>
                  <a:lnTo>
                    <a:pt x="4379848" y="583299"/>
                  </a:lnTo>
                  <a:lnTo>
                    <a:pt x="4371006" y="586471"/>
                  </a:lnTo>
                  <a:lnTo>
                    <a:pt x="4361984" y="588737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  <a:path w="4438650" h="590550">
                  <a:moveTo>
                    <a:pt x="4384667" y="581024"/>
                  </a:moveTo>
                  <a:lnTo>
                    <a:pt x="4349028" y="581024"/>
                  </a:lnTo>
                  <a:lnTo>
                    <a:pt x="4354602" y="580475"/>
                  </a:lnTo>
                  <a:lnTo>
                    <a:pt x="4365643" y="578279"/>
                  </a:lnTo>
                  <a:lnTo>
                    <a:pt x="4400035" y="559896"/>
                  </a:lnTo>
                  <a:lnTo>
                    <a:pt x="4424752" y="522905"/>
                  </a:lnTo>
                  <a:lnTo>
                    <a:pt x="4429124" y="500928"/>
                  </a:lnTo>
                  <a:lnTo>
                    <a:pt x="4429124" y="89621"/>
                  </a:lnTo>
                  <a:lnTo>
                    <a:pt x="4417804" y="52303"/>
                  </a:lnTo>
                  <a:lnTo>
                    <a:pt x="4386345" y="20845"/>
                  </a:lnTo>
                  <a:lnTo>
                    <a:pt x="4349028" y="9524"/>
                  </a:lnTo>
                  <a:lnTo>
                    <a:pt x="4384669" y="9524"/>
                  </a:lnTo>
                  <a:lnTo>
                    <a:pt x="4417065" y="34853"/>
                  </a:lnTo>
                  <a:lnTo>
                    <a:pt x="4436836" y="76663"/>
                  </a:lnTo>
                  <a:lnTo>
                    <a:pt x="4438649" y="495299"/>
                  </a:lnTo>
                  <a:lnTo>
                    <a:pt x="4438196" y="504682"/>
                  </a:lnTo>
                  <a:lnTo>
                    <a:pt x="4422610" y="548227"/>
                  </a:lnTo>
                  <a:lnTo>
                    <a:pt x="4388344" y="579289"/>
                  </a:lnTo>
                  <a:lnTo>
                    <a:pt x="4384667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23899" y="3248024"/>
            <a:ext cx="4429125" cy="590550"/>
            <a:chOff x="723899" y="3248024"/>
            <a:chExt cx="4429125" cy="590550"/>
          </a:xfrm>
        </p:grpSpPr>
        <p:sp>
          <p:nvSpPr>
            <p:cNvPr id="17" name="object 17"/>
            <p:cNvSpPr/>
            <p:nvPr/>
          </p:nvSpPr>
          <p:spPr>
            <a:xfrm>
              <a:off x="723899" y="3248024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8820" y="11259"/>
                  </a:lnTo>
                  <a:lnTo>
                    <a:pt x="4413086" y="42321"/>
                  </a:lnTo>
                  <a:lnTo>
                    <a:pt x="4428671" y="85866"/>
                  </a:lnTo>
                  <a:lnTo>
                    <a:pt x="4429124" y="95249"/>
                  </a:lnTo>
                  <a:lnTo>
                    <a:pt x="4429124" y="495299"/>
                  </a:lnTo>
                  <a:lnTo>
                    <a:pt x="4417863" y="540245"/>
                  </a:lnTo>
                  <a:lnTo>
                    <a:pt x="4386802" y="574512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99" y="3248025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5144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5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75143" y="581024"/>
                  </a:lnTo>
                  <a:lnTo>
                    <a:pt x="4370324" y="583299"/>
                  </a:lnTo>
                  <a:lnTo>
                    <a:pt x="4361482" y="586471"/>
                  </a:lnTo>
                  <a:lnTo>
                    <a:pt x="4352460" y="588736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  <a:path w="4429125" h="590550">
                  <a:moveTo>
                    <a:pt x="4375143" y="581024"/>
                  </a:moveTo>
                  <a:lnTo>
                    <a:pt x="4339503" y="581024"/>
                  </a:lnTo>
                  <a:lnTo>
                    <a:pt x="4345078" y="580475"/>
                  </a:lnTo>
                  <a:lnTo>
                    <a:pt x="4356118" y="578279"/>
                  </a:lnTo>
                  <a:lnTo>
                    <a:pt x="4390511" y="559896"/>
                  </a:lnTo>
                  <a:lnTo>
                    <a:pt x="4415227" y="522905"/>
                  </a:lnTo>
                  <a:lnTo>
                    <a:pt x="4419599" y="500928"/>
                  </a:lnTo>
                  <a:lnTo>
                    <a:pt x="4419599" y="89621"/>
                  </a:lnTo>
                  <a:lnTo>
                    <a:pt x="4408278" y="52303"/>
                  </a:lnTo>
                  <a:lnTo>
                    <a:pt x="4376819" y="20845"/>
                  </a:lnTo>
                  <a:lnTo>
                    <a:pt x="4339503" y="9524"/>
                  </a:lnTo>
                  <a:lnTo>
                    <a:pt x="4375144" y="9524"/>
                  </a:lnTo>
                  <a:lnTo>
                    <a:pt x="4407540" y="34853"/>
                  </a:lnTo>
                  <a:lnTo>
                    <a:pt x="4427311" y="76663"/>
                  </a:lnTo>
                  <a:lnTo>
                    <a:pt x="4429124" y="495299"/>
                  </a:lnTo>
                  <a:lnTo>
                    <a:pt x="4428671" y="504683"/>
                  </a:lnTo>
                  <a:lnTo>
                    <a:pt x="4413086" y="548227"/>
                  </a:lnTo>
                  <a:lnTo>
                    <a:pt x="4378820" y="579289"/>
                  </a:lnTo>
                  <a:lnTo>
                    <a:pt x="4375143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534024" y="3248024"/>
            <a:ext cx="4438650" cy="590550"/>
            <a:chOff x="5534024" y="3248024"/>
            <a:chExt cx="4438650" cy="590550"/>
          </a:xfrm>
        </p:grpSpPr>
        <p:sp>
          <p:nvSpPr>
            <p:cNvPr id="20" name="object 20"/>
            <p:cNvSpPr/>
            <p:nvPr/>
          </p:nvSpPr>
          <p:spPr>
            <a:xfrm>
              <a:off x="5534024" y="3248024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8344" y="11259"/>
                  </a:lnTo>
                  <a:lnTo>
                    <a:pt x="4422610" y="42321"/>
                  </a:lnTo>
                  <a:lnTo>
                    <a:pt x="4438196" y="85866"/>
                  </a:lnTo>
                  <a:lnTo>
                    <a:pt x="4438649" y="95249"/>
                  </a:lnTo>
                  <a:lnTo>
                    <a:pt x="4438649" y="495299"/>
                  </a:lnTo>
                  <a:lnTo>
                    <a:pt x="4427388" y="540245"/>
                  </a:lnTo>
                  <a:lnTo>
                    <a:pt x="4396326" y="574512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4024" y="3248025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2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4668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4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84667" y="581024"/>
                  </a:lnTo>
                  <a:lnTo>
                    <a:pt x="4379848" y="583299"/>
                  </a:lnTo>
                  <a:lnTo>
                    <a:pt x="4371006" y="586471"/>
                  </a:lnTo>
                  <a:lnTo>
                    <a:pt x="4361984" y="588736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  <a:path w="4438650" h="590550">
                  <a:moveTo>
                    <a:pt x="4384667" y="581024"/>
                  </a:moveTo>
                  <a:lnTo>
                    <a:pt x="4349028" y="581024"/>
                  </a:lnTo>
                  <a:lnTo>
                    <a:pt x="4354603" y="580475"/>
                  </a:lnTo>
                  <a:lnTo>
                    <a:pt x="4365643" y="578279"/>
                  </a:lnTo>
                  <a:lnTo>
                    <a:pt x="4400035" y="559896"/>
                  </a:lnTo>
                  <a:lnTo>
                    <a:pt x="4424752" y="522905"/>
                  </a:lnTo>
                  <a:lnTo>
                    <a:pt x="4429124" y="500928"/>
                  </a:lnTo>
                  <a:lnTo>
                    <a:pt x="4429124" y="89621"/>
                  </a:lnTo>
                  <a:lnTo>
                    <a:pt x="4417804" y="52303"/>
                  </a:lnTo>
                  <a:lnTo>
                    <a:pt x="4386345" y="20845"/>
                  </a:lnTo>
                  <a:lnTo>
                    <a:pt x="4349028" y="9524"/>
                  </a:lnTo>
                  <a:lnTo>
                    <a:pt x="4384668" y="9524"/>
                  </a:lnTo>
                  <a:lnTo>
                    <a:pt x="4417065" y="34853"/>
                  </a:lnTo>
                  <a:lnTo>
                    <a:pt x="4436836" y="76663"/>
                  </a:lnTo>
                  <a:lnTo>
                    <a:pt x="4438649" y="495299"/>
                  </a:lnTo>
                  <a:lnTo>
                    <a:pt x="4438196" y="504683"/>
                  </a:lnTo>
                  <a:lnTo>
                    <a:pt x="4422610" y="548227"/>
                  </a:lnTo>
                  <a:lnTo>
                    <a:pt x="4388344" y="579289"/>
                  </a:lnTo>
                  <a:lnTo>
                    <a:pt x="4384667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23899" y="3990974"/>
            <a:ext cx="4429125" cy="590550"/>
            <a:chOff x="723899" y="3990974"/>
            <a:chExt cx="4429125" cy="590550"/>
          </a:xfrm>
        </p:grpSpPr>
        <p:sp>
          <p:nvSpPr>
            <p:cNvPr id="23" name="object 23"/>
            <p:cNvSpPr/>
            <p:nvPr/>
          </p:nvSpPr>
          <p:spPr>
            <a:xfrm>
              <a:off x="723899" y="3990974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8820" y="11259"/>
                  </a:lnTo>
                  <a:lnTo>
                    <a:pt x="4413086" y="42321"/>
                  </a:lnTo>
                  <a:lnTo>
                    <a:pt x="4428671" y="85866"/>
                  </a:lnTo>
                  <a:lnTo>
                    <a:pt x="4429124" y="95249"/>
                  </a:lnTo>
                  <a:lnTo>
                    <a:pt x="4429124" y="495299"/>
                  </a:lnTo>
                  <a:lnTo>
                    <a:pt x="4417863" y="540245"/>
                  </a:lnTo>
                  <a:lnTo>
                    <a:pt x="4386802" y="574511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899" y="3990975"/>
              <a:ext cx="4429125" cy="590550"/>
            </a:xfrm>
            <a:custGeom>
              <a:avLst/>
              <a:gdLst/>
              <a:ahLst/>
              <a:cxnLst/>
              <a:rect l="l" t="t" r="r" b="b"/>
              <a:pathLst>
                <a:path w="4429125" h="590550">
                  <a:moveTo>
                    <a:pt x="4333874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5144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5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75143" y="581024"/>
                  </a:lnTo>
                  <a:lnTo>
                    <a:pt x="4370324" y="583299"/>
                  </a:lnTo>
                  <a:lnTo>
                    <a:pt x="4361482" y="586471"/>
                  </a:lnTo>
                  <a:lnTo>
                    <a:pt x="4352460" y="588736"/>
                  </a:lnTo>
                  <a:lnTo>
                    <a:pt x="4343257" y="590096"/>
                  </a:lnTo>
                  <a:lnTo>
                    <a:pt x="4333874" y="590549"/>
                  </a:lnTo>
                  <a:close/>
                </a:path>
                <a:path w="4429125" h="590550">
                  <a:moveTo>
                    <a:pt x="4375143" y="581024"/>
                  </a:moveTo>
                  <a:lnTo>
                    <a:pt x="4339503" y="581024"/>
                  </a:lnTo>
                  <a:lnTo>
                    <a:pt x="4345077" y="580475"/>
                  </a:lnTo>
                  <a:lnTo>
                    <a:pt x="4356118" y="578279"/>
                  </a:lnTo>
                  <a:lnTo>
                    <a:pt x="4390511" y="559896"/>
                  </a:lnTo>
                  <a:lnTo>
                    <a:pt x="4415227" y="522905"/>
                  </a:lnTo>
                  <a:lnTo>
                    <a:pt x="4419599" y="500928"/>
                  </a:lnTo>
                  <a:lnTo>
                    <a:pt x="4419599" y="89621"/>
                  </a:lnTo>
                  <a:lnTo>
                    <a:pt x="4408278" y="52303"/>
                  </a:lnTo>
                  <a:lnTo>
                    <a:pt x="4376819" y="20845"/>
                  </a:lnTo>
                  <a:lnTo>
                    <a:pt x="4339503" y="9524"/>
                  </a:lnTo>
                  <a:lnTo>
                    <a:pt x="4375144" y="9524"/>
                  </a:lnTo>
                  <a:lnTo>
                    <a:pt x="4407540" y="34853"/>
                  </a:lnTo>
                  <a:lnTo>
                    <a:pt x="4427311" y="76663"/>
                  </a:lnTo>
                  <a:lnTo>
                    <a:pt x="4429124" y="495299"/>
                  </a:lnTo>
                  <a:lnTo>
                    <a:pt x="4428671" y="504682"/>
                  </a:lnTo>
                  <a:lnTo>
                    <a:pt x="4413086" y="548227"/>
                  </a:lnTo>
                  <a:lnTo>
                    <a:pt x="4378820" y="579289"/>
                  </a:lnTo>
                  <a:lnTo>
                    <a:pt x="4375143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69106" y="1903816"/>
            <a:ext cx="3253104" cy="24923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92430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01.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Chân</a:t>
            </a:r>
            <a:r>
              <a:rPr sz="1450" spc="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105" dirty="0">
                <a:solidFill>
                  <a:srgbClr val="DFE2DA"/>
                </a:solidFill>
                <a:latin typeface="Microsoft Sans Serif"/>
                <a:cs typeface="Microsoft Sans Serif"/>
              </a:rPr>
              <a:t>dung</a:t>
            </a:r>
            <a:r>
              <a:rPr sz="1450" spc="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tác</a:t>
            </a:r>
            <a:r>
              <a:rPr sz="1450" spc="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giả</a:t>
            </a:r>
            <a:r>
              <a:rPr sz="1450" spc="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70" dirty="0">
                <a:solidFill>
                  <a:srgbClr val="DFE2DA"/>
                </a:solidFill>
                <a:latin typeface="Microsoft Sans Serif"/>
                <a:cs typeface="Microsoft Sans Serif"/>
              </a:rPr>
              <a:t>&amp;</a:t>
            </a:r>
            <a:r>
              <a:rPr sz="1450" spc="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70" dirty="0">
                <a:solidFill>
                  <a:srgbClr val="DFE2DA"/>
                </a:solidFill>
                <a:latin typeface="Microsoft Sans Serif"/>
                <a:cs typeface="Microsoft Sans Serif"/>
              </a:rPr>
              <a:t>Phong</a:t>
            </a:r>
            <a:r>
              <a:rPr sz="1450" spc="3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DFE2DA"/>
                </a:solidFill>
                <a:latin typeface="Microsoft Sans Serif"/>
                <a:cs typeface="Microsoft Sans Serif"/>
              </a:rPr>
              <a:t>cách</a:t>
            </a:r>
            <a:endParaRPr sz="14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lang="en-US" sz="13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3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26084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03.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250" spc="60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50" spc="60" dirty="0">
                <a:solidFill>
                  <a:srgbClr val="DFE2DA"/>
                </a:solidFill>
                <a:latin typeface="Microsoft Sans Serif"/>
                <a:cs typeface="Microsoft Sans Serif"/>
              </a:rPr>
              <a:t>ặc</a:t>
            </a:r>
            <a:r>
              <a:rPr sz="1450" spc="-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300" spc="85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50" spc="85" dirty="0">
                <a:solidFill>
                  <a:srgbClr val="DFE2DA"/>
                </a:solidFill>
                <a:latin typeface="Microsoft Sans Serif"/>
                <a:cs typeface="Microsoft Sans Serif"/>
              </a:rPr>
              <a:t>iểm</a:t>
            </a:r>
            <a:r>
              <a:rPr sz="1450" spc="-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65" dirty="0">
                <a:solidFill>
                  <a:srgbClr val="DFE2DA"/>
                </a:solidFill>
                <a:latin typeface="Microsoft Sans Serif"/>
                <a:cs typeface="Microsoft Sans Serif"/>
              </a:rPr>
              <a:t>truyện</a:t>
            </a:r>
            <a:r>
              <a:rPr sz="1450" spc="-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ngắn</a:t>
            </a:r>
            <a:r>
              <a:rPr sz="1450" spc="-2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70" dirty="0">
                <a:solidFill>
                  <a:srgbClr val="DFE2DA"/>
                </a:solidFill>
                <a:latin typeface="Microsoft Sans Serif"/>
                <a:cs typeface="Microsoft Sans Serif"/>
              </a:rPr>
              <a:t>&amp;</a:t>
            </a:r>
            <a:r>
              <a:rPr sz="1450" spc="-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55" dirty="0">
                <a:solidFill>
                  <a:srgbClr val="DFE2DA"/>
                </a:solidFill>
                <a:latin typeface="Microsoft Sans Serif"/>
                <a:cs typeface="Microsoft Sans Serif"/>
              </a:rPr>
              <a:t>Ngôi</a:t>
            </a:r>
            <a:r>
              <a:rPr sz="1450" spc="-3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DFE2DA"/>
                </a:solidFill>
                <a:latin typeface="Microsoft Sans Serif"/>
                <a:cs typeface="Microsoft Sans Serif"/>
              </a:rPr>
              <a:t>kể</a:t>
            </a:r>
            <a:endParaRPr sz="14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27990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05.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Biểu</a:t>
            </a:r>
            <a:r>
              <a:rPr sz="14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t</a:t>
            </a:r>
            <a:r>
              <a:rPr sz="1250" dirty="0">
                <a:solidFill>
                  <a:srgbClr val="DFE2DA"/>
                </a:solidFill>
                <a:latin typeface="Lucida Sans Unicode"/>
                <a:cs typeface="Lucida Sans Unicode"/>
              </a:rPr>
              <a:t>ư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ợng:</a:t>
            </a:r>
            <a:r>
              <a:rPr sz="14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65" dirty="0">
                <a:solidFill>
                  <a:srgbClr val="DFE2DA"/>
                </a:solidFill>
                <a:latin typeface="Microsoft Sans Serif"/>
                <a:cs typeface="Microsoft Sans Serif"/>
              </a:rPr>
              <a:t>Hình</a:t>
            </a:r>
            <a:r>
              <a:rPr sz="1450" spc="80" dirty="0">
                <a:solidFill>
                  <a:srgbClr val="DFE2DA"/>
                </a:solidFill>
                <a:latin typeface="Microsoft Sans Serif"/>
                <a:cs typeface="Microsoft Sans Serif"/>
              </a:rPr>
              <a:t> t</a:t>
            </a:r>
            <a:r>
              <a:rPr sz="1250" spc="80" dirty="0">
                <a:solidFill>
                  <a:srgbClr val="DFE2DA"/>
                </a:solidFill>
                <a:latin typeface="Lucida Sans Unicode"/>
                <a:cs typeface="Lucida Sans Unicode"/>
              </a:rPr>
              <a:t>ư</a:t>
            </a:r>
            <a:r>
              <a:rPr sz="1450" spc="80" dirty="0">
                <a:solidFill>
                  <a:srgbClr val="DFE2DA"/>
                </a:solidFill>
                <a:latin typeface="Microsoft Sans Serif"/>
                <a:cs typeface="Microsoft Sans Serif"/>
              </a:rPr>
              <a:t>ợng</a:t>
            </a:r>
            <a:r>
              <a:rPr sz="14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loài</a:t>
            </a:r>
            <a:r>
              <a:rPr sz="1450" spc="8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DFE2DA"/>
                </a:solidFill>
                <a:latin typeface="Microsoft Sans Serif"/>
                <a:cs typeface="Microsoft Sans Serif"/>
              </a:rPr>
              <a:t>Kiến</a:t>
            </a:r>
            <a:endParaRPr sz="14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23545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07.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spc="-125" dirty="0">
                <a:solidFill>
                  <a:srgbClr val="DFE2DA"/>
                </a:solidFill>
                <a:latin typeface="Microsoft Sans Serif"/>
                <a:cs typeface="Microsoft Sans Serif"/>
              </a:rPr>
              <a:t>Ý</a:t>
            </a:r>
            <a:r>
              <a:rPr sz="1450" spc="-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60" dirty="0">
                <a:solidFill>
                  <a:srgbClr val="DFE2DA"/>
                </a:solidFill>
                <a:latin typeface="Microsoft Sans Serif"/>
                <a:cs typeface="Microsoft Sans Serif"/>
              </a:rPr>
              <a:t>ngh</a:t>
            </a:r>
            <a:r>
              <a:rPr sz="1300" spc="60" dirty="0">
                <a:solidFill>
                  <a:srgbClr val="DFE2DA"/>
                </a:solidFill>
                <a:latin typeface="Lucida Sans Unicode"/>
                <a:cs typeface="Lucida Sans Unicode"/>
              </a:rPr>
              <a:t>ĩ</a:t>
            </a:r>
            <a:r>
              <a:rPr sz="1450" spc="60" dirty="0">
                <a:solidFill>
                  <a:srgbClr val="DFE2DA"/>
                </a:solidFill>
                <a:latin typeface="Microsoft Sans Serif"/>
                <a:cs typeface="Microsoft Sans Serif"/>
              </a:rPr>
              <a:t>a</a:t>
            </a:r>
            <a:r>
              <a:rPr sz="1450" spc="-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nhan</a:t>
            </a:r>
            <a:r>
              <a:rPr sz="1450" spc="-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ề</a:t>
            </a:r>
            <a:r>
              <a:rPr sz="1450" spc="-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70" dirty="0">
                <a:solidFill>
                  <a:srgbClr val="DFE2DA"/>
                </a:solidFill>
                <a:latin typeface="Microsoft Sans Serif"/>
                <a:cs typeface="Microsoft Sans Serif"/>
              </a:rPr>
              <a:t>&amp;</a:t>
            </a:r>
            <a:r>
              <a:rPr sz="1450" spc="-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Thông</a:t>
            </a:r>
            <a:r>
              <a:rPr sz="1450" spc="-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300" spc="35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50" spc="35" dirty="0">
                <a:solidFill>
                  <a:srgbClr val="DFE2DA"/>
                </a:solidFill>
                <a:latin typeface="Microsoft Sans Serif"/>
                <a:cs typeface="Microsoft Sans Serif"/>
              </a:rPr>
              <a:t>iệp</a:t>
            </a:r>
            <a:endParaRPr sz="1450" dirty="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34024" y="3990974"/>
            <a:ext cx="4438650" cy="590550"/>
            <a:chOff x="5534024" y="3990974"/>
            <a:chExt cx="4438650" cy="590550"/>
          </a:xfrm>
        </p:grpSpPr>
        <p:sp>
          <p:nvSpPr>
            <p:cNvPr id="27" name="object 27"/>
            <p:cNvSpPr/>
            <p:nvPr/>
          </p:nvSpPr>
          <p:spPr>
            <a:xfrm>
              <a:off x="5534024" y="3990974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8344" y="11259"/>
                  </a:lnTo>
                  <a:lnTo>
                    <a:pt x="4422610" y="42321"/>
                  </a:lnTo>
                  <a:lnTo>
                    <a:pt x="4438196" y="85866"/>
                  </a:lnTo>
                  <a:lnTo>
                    <a:pt x="4438649" y="95249"/>
                  </a:lnTo>
                  <a:lnTo>
                    <a:pt x="4438649" y="495299"/>
                  </a:lnTo>
                  <a:lnTo>
                    <a:pt x="4427388" y="540245"/>
                  </a:lnTo>
                  <a:lnTo>
                    <a:pt x="4396326" y="574511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34024" y="3990975"/>
              <a:ext cx="4438650" cy="590550"/>
            </a:xfrm>
            <a:custGeom>
              <a:avLst/>
              <a:gdLst/>
              <a:ahLst/>
              <a:cxnLst/>
              <a:rect l="l" t="t" r="r" b="b"/>
              <a:pathLst>
                <a:path w="4438650" h="590550">
                  <a:moveTo>
                    <a:pt x="4343399" y="590549"/>
                  </a:moveTo>
                  <a:lnTo>
                    <a:pt x="95249" y="590549"/>
                  </a:lnTo>
                  <a:lnTo>
                    <a:pt x="85866" y="590096"/>
                  </a:lnTo>
                  <a:lnTo>
                    <a:pt x="42321" y="574511"/>
                  </a:lnTo>
                  <a:lnTo>
                    <a:pt x="11259" y="540245"/>
                  </a:lnTo>
                  <a:lnTo>
                    <a:pt x="0" y="495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4668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500928"/>
                  </a:lnTo>
                  <a:lnTo>
                    <a:pt x="20844" y="538245"/>
                  </a:lnTo>
                  <a:lnTo>
                    <a:pt x="52303" y="569704"/>
                  </a:lnTo>
                  <a:lnTo>
                    <a:pt x="89621" y="581024"/>
                  </a:lnTo>
                  <a:lnTo>
                    <a:pt x="4384667" y="581024"/>
                  </a:lnTo>
                  <a:lnTo>
                    <a:pt x="4379848" y="583299"/>
                  </a:lnTo>
                  <a:lnTo>
                    <a:pt x="4371006" y="586471"/>
                  </a:lnTo>
                  <a:lnTo>
                    <a:pt x="4361984" y="588736"/>
                  </a:lnTo>
                  <a:lnTo>
                    <a:pt x="4352782" y="590096"/>
                  </a:lnTo>
                  <a:lnTo>
                    <a:pt x="4343399" y="590549"/>
                  </a:lnTo>
                  <a:close/>
                </a:path>
                <a:path w="4438650" h="590550">
                  <a:moveTo>
                    <a:pt x="4384667" y="581024"/>
                  </a:moveTo>
                  <a:lnTo>
                    <a:pt x="4349028" y="581024"/>
                  </a:lnTo>
                  <a:lnTo>
                    <a:pt x="4354602" y="580475"/>
                  </a:lnTo>
                  <a:lnTo>
                    <a:pt x="4365643" y="578279"/>
                  </a:lnTo>
                  <a:lnTo>
                    <a:pt x="4400035" y="559896"/>
                  </a:lnTo>
                  <a:lnTo>
                    <a:pt x="4424752" y="522905"/>
                  </a:lnTo>
                  <a:lnTo>
                    <a:pt x="4429124" y="500928"/>
                  </a:lnTo>
                  <a:lnTo>
                    <a:pt x="4429124" y="89621"/>
                  </a:lnTo>
                  <a:lnTo>
                    <a:pt x="4417804" y="52303"/>
                  </a:lnTo>
                  <a:lnTo>
                    <a:pt x="4386345" y="20845"/>
                  </a:lnTo>
                  <a:lnTo>
                    <a:pt x="4349028" y="9524"/>
                  </a:lnTo>
                  <a:lnTo>
                    <a:pt x="4384668" y="9524"/>
                  </a:lnTo>
                  <a:lnTo>
                    <a:pt x="4417065" y="34853"/>
                  </a:lnTo>
                  <a:lnTo>
                    <a:pt x="4436836" y="76663"/>
                  </a:lnTo>
                  <a:lnTo>
                    <a:pt x="4438649" y="495299"/>
                  </a:lnTo>
                  <a:lnTo>
                    <a:pt x="4438196" y="504682"/>
                  </a:lnTo>
                  <a:lnTo>
                    <a:pt x="4422610" y="548227"/>
                  </a:lnTo>
                  <a:lnTo>
                    <a:pt x="4388344" y="579289"/>
                  </a:lnTo>
                  <a:lnTo>
                    <a:pt x="4384667" y="581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685630" y="1903816"/>
            <a:ext cx="3716020" cy="24923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7990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02.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Tóm</a:t>
            </a:r>
            <a:r>
              <a:rPr sz="1450" spc="1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90" dirty="0">
                <a:solidFill>
                  <a:srgbClr val="DFE2DA"/>
                </a:solidFill>
                <a:latin typeface="Microsoft Sans Serif"/>
                <a:cs typeface="Microsoft Sans Serif"/>
              </a:rPr>
              <a:t>tắt</a:t>
            </a:r>
            <a:r>
              <a:rPr sz="1450" spc="1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70" dirty="0">
                <a:solidFill>
                  <a:srgbClr val="DFE2DA"/>
                </a:solidFill>
                <a:latin typeface="Microsoft Sans Serif"/>
                <a:cs typeface="Microsoft Sans Serif"/>
              </a:rPr>
              <a:t>&amp;</a:t>
            </a:r>
            <a:r>
              <a:rPr sz="1450" spc="1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Xung</a:t>
            </a:r>
            <a:r>
              <a:rPr sz="14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300" spc="90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50" spc="90" dirty="0">
                <a:solidFill>
                  <a:srgbClr val="DFE2DA"/>
                </a:solidFill>
                <a:latin typeface="Microsoft Sans Serif"/>
                <a:cs typeface="Microsoft Sans Serif"/>
              </a:rPr>
              <a:t>ột</a:t>
            </a:r>
            <a:r>
              <a:rPr sz="1450" spc="1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105" dirty="0">
                <a:solidFill>
                  <a:srgbClr val="DFE2DA"/>
                </a:solidFill>
                <a:latin typeface="Microsoft Sans Serif"/>
                <a:cs typeface="Microsoft Sans Serif"/>
              </a:rPr>
              <a:t>trung</a:t>
            </a:r>
            <a:r>
              <a:rPr sz="1450" spc="1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80" dirty="0">
                <a:solidFill>
                  <a:srgbClr val="DFE2DA"/>
                </a:solidFill>
                <a:latin typeface="Microsoft Sans Serif"/>
                <a:cs typeface="Microsoft Sans Serif"/>
              </a:rPr>
              <a:t>tâm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04.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Phân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tích: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Cách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105" dirty="0">
                <a:solidFill>
                  <a:srgbClr val="DFE2DA"/>
                </a:solidFill>
                <a:latin typeface="Microsoft Sans Serif"/>
                <a:cs typeface="Microsoft Sans Serif"/>
              </a:rPr>
              <a:t>ứng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xử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của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con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45" dirty="0">
                <a:solidFill>
                  <a:srgbClr val="DFE2DA"/>
                </a:solidFill>
                <a:latin typeface="Microsoft Sans Serif"/>
                <a:cs typeface="Microsoft Sans Serif"/>
              </a:rPr>
              <a:t>ng</a:t>
            </a:r>
            <a:r>
              <a:rPr sz="1250" spc="45" dirty="0">
                <a:solidFill>
                  <a:srgbClr val="DFE2DA"/>
                </a:solidFill>
                <a:latin typeface="Lucida Sans Unicode"/>
                <a:cs typeface="Lucida Sans Unicode"/>
              </a:rPr>
              <a:t>ư</a:t>
            </a:r>
            <a:r>
              <a:rPr sz="1450" spc="45" dirty="0">
                <a:solidFill>
                  <a:srgbClr val="DFE2DA"/>
                </a:solidFill>
                <a:latin typeface="Microsoft Sans Serif"/>
                <a:cs typeface="Microsoft Sans Serif"/>
              </a:rPr>
              <a:t>ời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36880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06.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spc="-20" dirty="0">
                <a:solidFill>
                  <a:srgbClr val="DFE2DA"/>
                </a:solidFill>
                <a:latin typeface="Microsoft Sans Serif"/>
                <a:cs typeface="Microsoft Sans Serif"/>
              </a:rPr>
              <a:t>Vai</a:t>
            </a:r>
            <a:r>
              <a:rPr sz="14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70" dirty="0">
                <a:solidFill>
                  <a:srgbClr val="DFE2DA"/>
                </a:solidFill>
                <a:latin typeface="Microsoft Sans Serif"/>
                <a:cs typeface="Microsoft Sans Serif"/>
              </a:rPr>
              <a:t>trò</a:t>
            </a:r>
            <a:r>
              <a:rPr sz="14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của</a:t>
            </a:r>
            <a:r>
              <a:rPr sz="14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yếu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90" dirty="0">
                <a:solidFill>
                  <a:srgbClr val="DFE2DA"/>
                </a:solidFill>
                <a:latin typeface="Microsoft Sans Serif"/>
                <a:cs typeface="Microsoft Sans Serif"/>
              </a:rPr>
              <a:t>tố</a:t>
            </a:r>
            <a:r>
              <a:rPr sz="14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h</a:t>
            </a:r>
            <a:r>
              <a:rPr sz="1250" dirty="0">
                <a:solidFill>
                  <a:srgbClr val="DFE2DA"/>
                </a:solidFill>
                <a:latin typeface="Lucida Sans Unicode"/>
                <a:cs typeface="Lucida Sans Unicode"/>
              </a:rPr>
              <a:t>ư</a:t>
            </a:r>
            <a:r>
              <a:rPr sz="1250" spc="5" dirty="0">
                <a:solidFill>
                  <a:srgbClr val="DFE2DA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cấu</a:t>
            </a:r>
            <a:r>
              <a:rPr sz="1450" spc="2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kì</a:t>
            </a:r>
            <a:r>
              <a:rPr sz="1450" spc="1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DFE2DA"/>
                </a:solidFill>
                <a:latin typeface="Microsoft Sans Serif"/>
                <a:cs typeface="Microsoft Sans Serif"/>
              </a:rPr>
              <a:t>ảo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40690" algn="l"/>
              </a:tabLst>
            </a:pPr>
            <a:r>
              <a:rPr sz="1550" b="1" spc="-25" dirty="0">
                <a:solidFill>
                  <a:srgbClr val="C4A058"/>
                </a:solidFill>
                <a:latin typeface="Tahoma"/>
                <a:cs typeface="Tahoma"/>
              </a:rPr>
              <a:t>08.</a:t>
            </a:r>
            <a:r>
              <a:rPr sz="1550" b="1" dirty="0">
                <a:solidFill>
                  <a:srgbClr val="C4A058"/>
                </a:solidFill>
                <a:latin typeface="Tahoma"/>
                <a:cs typeface="Tahoma"/>
              </a:rPr>
              <a:t>	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Bài</a:t>
            </a:r>
            <a:r>
              <a:rPr sz="1450" spc="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55" dirty="0">
                <a:solidFill>
                  <a:srgbClr val="DFE2DA"/>
                </a:solidFill>
                <a:latin typeface="Microsoft Sans Serif"/>
                <a:cs typeface="Microsoft Sans Serif"/>
              </a:rPr>
              <a:t>học</a:t>
            </a:r>
            <a:r>
              <a:rPr sz="1450" spc="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75" dirty="0">
                <a:solidFill>
                  <a:srgbClr val="DFE2DA"/>
                </a:solidFill>
                <a:latin typeface="Microsoft Sans Serif"/>
                <a:cs typeface="Microsoft Sans Serif"/>
              </a:rPr>
              <a:t>nhận</a:t>
            </a:r>
            <a:r>
              <a:rPr sz="1450" spc="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90" dirty="0">
                <a:solidFill>
                  <a:srgbClr val="DFE2DA"/>
                </a:solidFill>
                <a:latin typeface="Microsoft Sans Serif"/>
                <a:cs typeface="Microsoft Sans Serif"/>
              </a:rPr>
              <a:t>thức</a:t>
            </a:r>
            <a:r>
              <a:rPr sz="1450" spc="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-70" dirty="0">
                <a:solidFill>
                  <a:srgbClr val="DFE2DA"/>
                </a:solidFill>
                <a:latin typeface="Microsoft Sans Serif"/>
                <a:cs typeface="Microsoft Sans Serif"/>
              </a:rPr>
              <a:t>&amp;</a:t>
            </a:r>
            <a:r>
              <a:rPr sz="1450" spc="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DFE2DA"/>
                </a:solidFill>
                <a:latin typeface="Microsoft Sans Serif"/>
                <a:cs typeface="Microsoft Sans Serif"/>
              </a:rPr>
              <a:t>Tổng</a:t>
            </a:r>
            <a:r>
              <a:rPr sz="1450" spc="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5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kết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57824" y="1685924"/>
            <a:ext cx="4514850" cy="1787526"/>
            <a:chOff x="5457824" y="1685924"/>
            <a:chExt cx="4514850" cy="1238250"/>
          </a:xfrm>
        </p:grpSpPr>
        <p:sp>
          <p:nvSpPr>
            <p:cNvPr id="3" name="object 3"/>
            <p:cNvSpPr/>
            <p:nvPr/>
          </p:nvSpPr>
          <p:spPr>
            <a:xfrm>
              <a:off x="5457824" y="1685924"/>
              <a:ext cx="4514850" cy="1238250"/>
            </a:xfrm>
            <a:custGeom>
              <a:avLst/>
              <a:gdLst/>
              <a:ahLst/>
              <a:cxnLst/>
              <a:rect l="l" t="t" r="r" b="b"/>
              <a:pathLst>
                <a:path w="4514850" h="1238250">
                  <a:moveTo>
                    <a:pt x="4419599" y="1238249"/>
                  </a:moveTo>
                  <a:lnTo>
                    <a:pt x="95249" y="1238249"/>
                  </a:lnTo>
                  <a:lnTo>
                    <a:pt x="85866" y="1237796"/>
                  </a:lnTo>
                  <a:lnTo>
                    <a:pt x="42321" y="1222212"/>
                  </a:lnTo>
                  <a:lnTo>
                    <a:pt x="11259" y="1187945"/>
                  </a:lnTo>
                  <a:lnTo>
                    <a:pt x="0" y="11429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419599" y="0"/>
                  </a:lnTo>
                  <a:lnTo>
                    <a:pt x="4464544" y="11259"/>
                  </a:lnTo>
                  <a:lnTo>
                    <a:pt x="4498810" y="42321"/>
                  </a:lnTo>
                  <a:lnTo>
                    <a:pt x="4514396" y="85866"/>
                  </a:lnTo>
                  <a:lnTo>
                    <a:pt x="4514849" y="95249"/>
                  </a:lnTo>
                  <a:lnTo>
                    <a:pt x="4514849" y="1142999"/>
                  </a:lnTo>
                  <a:lnTo>
                    <a:pt x="4503588" y="1187945"/>
                  </a:lnTo>
                  <a:lnTo>
                    <a:pt x="4472526" y="1222212"/>
                  </a:lnTo>
                  <a:lnTo>
                    <a:pt x="4428982" y="1237796"/>
                  </a:lnTo>
                  <a:lnTo>
                    <a:pt x="4419599" y="12382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57824" y="1685925"/>
              <a:ext cx="4514850" cy="1238250"/>
            </a:xfrm>
            <a:custGeom>
              <a:avLst/>
              <a:gdLst/>
              <a:ahLst/>
              <a:cxnLst/>
              <a:rect l="l" t="t" r="r" b="b"/>
              <a:pathLst>
                <a:path w="4514850" h="1238250">
                  <a:moveTo>
                    <a:pt x="4419599" y="1238249"/>
                  </a:moveTo>
                  <a:lnTo>
                    <a:pt x="95249" y="1238249"/>
                  </a:lnTo>
                  <a:lnTo>
                    <a:pt x="85866" y="1237796"/>
                  </a:lnTo>
                  <a:lnTo>
                    <a:pt x="42321" y="1222212"/>
                  </a:lnTo>
                  <a:lnTo>
                    <a:pt x="11259" y="1187945"/>
                  </a:lnTo>
                  <a:lnTo>
                    <a:pt x="0" y="11429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419599" y="0"/>
                  </a:lnTo>
                  <a:lnTo>
                    <a:pt x="4428982" y="453"/>
                  </a:lnTo>
                  <a:lnTo>
                    <a:pt x="4438184" y="1812"/>
                  </a:lnTo>
                  <a:lnTo>
                    <a:pt x="4447206" y="4078"/>
                  </a:lnTo>
                  <a:lnTo>
                    <a:pt x="4456048" y="7250"/>
                  </a:lnTo>
                  <a:lnTo>
                    <a:pt x="4460868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48628"/>
                  </a:lnTo>
                  <a:lnTo>
                    <a:pt x="20844" y="1185945"/>
                  </a:lnTo>
                  <a:lnTo>
                    <a:pt x="52303" y="1217404"/>
                  </a:lnTo>
                  <a:lnTo>
                    <a:pt x="89621" y="1228724"/>
                  </a:lnTo>
                  <a:lnTo>
                    <a:pt x="4460868" y="1228724"/>
                  </a:lnTo>
                  <a:lnTo>
                    <a:pt x="4456048" y="1230999"/>
                  </a:lnTo>
                  <a:lnTo>
                    <a:pt x="4447206" y="1234171"/>
                  </a:lnTo>
                  <a:lnTo>
                    <a:pt x="4438184" y="1236437"/>
                  </a:lnTo>
                  <a:lnTo>
                    <a:pt x="4428982" y="1237796"/>
                  </a:lnTo>
                  <a:lnTo>
                    <a:pt x="4419599" y="1238249"/>
                  </a:lnTo>
                  <a:close/>
                </a:path>
                <a:path w="4514850" h="1238250">
                  <a:moveTo>
                    <a:pt x="4460868" y="1228724"/>
                  </a:moveTo>
                  <a:lnTo>
                    <a:pt x="4425228" y="1228724"/>
                  </a:lnTo>
                  <a:lnTo>
                    <a:pt x="4430803" y="1228175"/>
                  </a:lnTo>
                  <a:lnTo>
                    <a:pt x="4441844" y="1225979"/>
                  </a:lnTo>
                  <a:lnTo>
                    <a:pt x="4476235" y="1207596"/>
                  </a:lnTo>
                  <a:lnTo>
                    <a:pt x="4500952" y="1170604"/>
                  </a:lnTo>
                  <a:lnTo>
                    <a:pt x="4505325" y="1148628"/>
                  </a:lnTo>
                  <a:lnTo>
                    <a:pt x="4505325" y="89621"/>
                  </a:lnTo>
                  <a:lnTo>
                    <a:pt x="4494004" y="52303"/>
                  </a:lnTo>
                  <a:lnTo>
                    <a:pt x="4462545" y="20845"/>
                  </a:lnTo>
                  <a:lnTo>
                    <a:pt x="4425228" y="9524"/>
                  </a:lnTo>
                  <a:lnTo>
                    <a:pt x="4460868" y="9524"/>
                  </a:lnTo>
                  <a:lnTo>
                    <a:pt x="4493265" y="34853"/>
                  </a:lnTo>
                  <a:lnTo>
                    <a:pt x="4513036" y="76663"/>
                  </a:lnTo>
                  <a:lnTo>
                    <a:pt x="4514849" y="1142999"/>
                  </a:lnTo>
                  <a:lnTo>
                    <a:pt x="4514396" y="1152382"/>
                  </a:lnTo>
                  <a:lnTo>
                    <a:pt x="4498810" y="1195927"/>
                  </a:lnTo>
                  <a:lnTo>
                    <a:pt x="4464544" y="1226989"/>
                  </a:lnTo>
                  <a:lnTo>
                    <a:pt x="4460868" y="12287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685630" y="1841097"/>
            <a:ext cx="3999865" cy="143629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spcBef>
                <a:spcPts val="800"/>
              </a:spcBef>
            </a:pP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1600" b="1" spc="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sz="1600" b="1" spc="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"Kiến</a:t>
            </a:r>
            <a:r>
              <a:rPr sz="1600" b="1" spc="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b="1" spc="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Người"</a:t>
            </a:r>
            <a:r>
              <a:rPr sz="1600" b="1" spc="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(1996)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spcBef>
                <a:spcPts val="750"/>
              </a:spcBef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muồi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thái.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rừng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Tây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2425" y="3778250"/>
            <a:ext cx="4505325" cy="625941"/>
          </a:xfrm>
          <a:prstGeom prst="rect">
            <a:avLst/>
          </a:prstGeom>
          <a:ln w="9524">
            <a:solidFill>
              <a:srgbClr val="C4A058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33985" marR="496570">
              <a:lnSpc>
                <a:spcPct val="110000"/>
              </a:lnSpc>
              <a:spcBef>
                <a:spcPts val="810"/>
              </a:spcBef>
            </a:pPr>
            <a:r>
              <a:rPr sz="1600"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hỏi: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sz="16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loài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sz="16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 </a:t>
            </a:r>
            <a:r>
              <a:rPr sz="1600" i="1" spc="-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sz="1600" i="1" spc="-114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1600" i="1" spc="-114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600"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600" i="1" spc="-114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sz="1600"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sz="1600" i="1" spc="-114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dữ?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3899" y="895349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TRẦN</a:t>
            </a:r>
            <a:r>
              <a:rPr spc="200" dirty="0"/>
              <a:t> </a:t>
            </a:r>
            <a:r>
              <a:rPr spc="240" dirty="0"/>
              <a:t>DUY</a:t>
            </a:r>
            <a:r>
              <a:rPr spc="200" dirty="0"/>
              <a:t> </a:t>
            </a:r>
            <a:r>
              <a:rPr spc="265" dirty="0"/>
              <a:t>PHIÊN</a:t>
            </a:r>
            <a:r>
              <a:rPr spc="200" dirty="0"/>
              <a:t> </a:t>
            </a:r>
            <a:r>
              <a:rPr spc="675" dirty="0"/>
              <a:t>-</a:t>
            </a:r>
            <a:r>
              <a:rPr spc="204" dirty="0"/>
              <a:t> </a:t>
            </a:r>
            <a:r>
              <a:rPr spc="240" dirty="0"/>
              <a:t>NGÒI</a:t>
            </a:r>
            <a:r>
              <a:rPr spc="200" dirty="0"/>
              <a:t> </a:t>
            </a:r>
            <a:r>
              <a:rPr spc="250" dirty="0"/>
              <a:t>BÚT</a:t>
            </a:r>
            <a:r>
              <a:rPr spc="200" dirty="0"/>
              <a:t> </a:t>
            </a:r>
            <a:r>
              <a:rPr spc="220" dirty="0"/>
              <a:t>NỘI</a:t>
            </a:r>
            <a:r>
              <a:rPr spc="200" dirty="0"/>
              <a:t> </a:t>
            </a:r>
            <a:r>
              <a:rPr spc="280" dirty="0"/>
              <a:t>TÂM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52474" y="1711040"/>
            <a:ext cx="4505325" cy="2778126"/>
            <a:chOff x="723899" y="1685924"/>
            <a:chExt cx="4505325" cy="2085975"/>
          </a:xfrm>
        </p:grpSpPr>
        <p:sp>
          <p:nvSpPr>
            <p:cNvPr id="10" name="object 10"/>
            <p:cNvSpPr/>
            <p:nvPr/>
          </p:nvSpPr>
          <p:spPr>
            <a:xfrm>
              <a:off x="723899" y="1685924"/>
              <a:ext cx="4505325" cy="2085975"/>
            </a:xfrm>
            <a:custGeom>
              <a:avLst/>
              <a:gdLst/>
              <a:ahLst/>
              <a:cxnLst/>
              <a:rect l="l" t="t" r="r" b="b"/>
              <a:pathLst>
                <a:path w="4505325" h="2085975">
                  <a:moveTo>
                    <a:pt x="4410074" y="2085974"/>
                  </a:moveTo>
                  <a:lnTo>
                    <a:pt x="95249" y="2085974"/>
                  </a:lnTo>
                  <a:lnTo>
                    <a:pt x="85866" y="2085521"/>
                  </a:lnTo>
                  <a:lnTo>
                    <a:pt x="42321" y="2069936"/>
                  </a:lnTo>
                  <a:lnTo>
                    <a:pt x="11259" y="2035670"/>
                  </a:lnTo>
                  <a:lnTo>
                    <a:pt x="0" y="19907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410074" y="0"/>
                  </a:lnTo>
                  <a:lnTo>
                    <a:pt x="4455019" y="11259"/>
                  </a:lnTo>
                  <a:lnTo>
                    <a:pt x="4489286" y="42321"/>
                  </a:lnTo>
                  <a:lnTo>
                    <a:pt x="4504871" y="85866"/>
                  </a:lnTo>
                  <a:lnTo>
                    <a:pt x="4505324" y="95249"/>
                  </a:lnTo>
                  <a:lnTo>
                    <a:pt x="4505324" y="1990724"/>
                  </a:lnTo>
                  <a:lnTo>
                    <a:pt x="4494063" y="2035670"/>
                  </a:lnTo>
                  <a:lnTo>
                    <a:pt x="4463001" y="2069936"/>
                  </a:lnTo>
                  <a:lnTo>
                    <a:pt x="4419457" y="2085521"/>
                  </a:lnTo>
                  <a:lnTo>
                    <a:pt x="4410074" y="20859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899" y="1685925"/>
              <a:ext cx="4505325" cy="2085975"/>
            </a:xfrm>
            <a:custGeom>
              <a:avLst/>
              <a:gdLst/>
              <a:ahLst/>
              <a:cxnLst/>
              <a:rect l="l" t="t" r="r" b="b"/>
              <a:pathLst>
                <a:path w="4505325" h="2085975">
                  <a:moveTo>
                    <a:pt x="4410074" y="2085974"/>
                  </a:moveTo>
                  <a:lnTo>
                    <a:pt x="95249" y="2085974"/>
                  </a:lnTo>
                  <a:lnTo>
                    <a:pt x="85866" y="2085521"/>
                  </a:lnTo>
                  <a:lnTo>
                    <a:pt x="42321" y="2069936"/>
                  </a:lnTo>
                  <a:lnTo>
                    <a:pt x="11259" y="2035670"/>
                  </a:lnTo>
                  <a:lnTo>
                    <a:pt x="0" y="19907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410074" y="0"/>
                  </a:lnTo>
                  <a:lnTo>
                    <a:pt x="4419457" y="453"/>
                  </a:lnTo>
                  <a:lnTo>
                    <a:pt x="4428660" y="1812"/>
                  </a:lnTo>
                  <a:lnTo>
                    <a:pt x="4437682" y="4078"/>
                  </a:lnTo>
                  <a:lnTo>
                    <a:pt x="4446524" y="7250"/>
                  </a:lnTo>
                  <a:lnTo>
                    <a:pt x="445134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996353"/>
                  </a:lnTo>
                  <a:lnTo>
                    <a:pt x="20845" y="2033670"/>
                  </a:lnTo>
                  <a:lnTo>
                    <a:pt x="52303" y="2065129"/>
                  </a:lnTo>
                  <a:lnTo>
                    <a:pt x="89621" y="2076449"/>
                  </a:lnTo>
                  <a:lnTo>
                    <a:pt x="4451343" y="2076449"/>
                  </a:lnTo>
                  <a:lnTo>
                    <a:pt x="4446524" y="2078724"/>
                  </a:lnTo>
                  <a:lnTo>
                    <a:pt x="4437682" y="2081896"/>
                  </a:lnTo>
                  <a:lnTo>
                    <a:pt x="4428660" y="2084161"/>
                  </a:lnTo>
                  <a:lnTo>
                    <a:pt x="4419457" y="2085521"/>
                  </a:lnTo>
                  <a:lnTo>
                    <a:pt x="4410074" y="2085974"/>
                  </a:lnTo>
                  <a:close/>
                </a:path>
                <a:path w="4505325" h="2085975">
                  <a:moveTo>
                    <a:pt x="4451343" y="2076449"/>
                  </a:moveTo>
                  <a:lnTo>
                    <a:pt x="4415703" y="2076449"/>
                  </a:lnTo>
                  <a:lnTo>
                    <a:pt x="4421277" y="2075900"/>
                  </a:lnTo>
                  <a:lnTo>
                    <a:pt x="4432318" y="2073704"/>
                  </a:lnTo>
                  <a:lnTo>
                    <a:pt x="4466710" y="2055321"/>
                  </a:lnTo>
                  <a:lnTo>
                    <a:pt x="4491428" y="2018330"/>
                  </a:lnTo>
                  <a:lnTo>
                    <a:pt x="4495799" y="1996353"/>
                  </a:lnTo>
                  <a:lnTo>
                    <a:pt x="4495799" y="89621"/>
                  </a:lnTo>
                  <a:lnTo>
                    <a:pt x="4484478" y="52303"/>
                  </a:lnTo>
                  <a:lnTo>
                    <a:pt x="4453020" y="20845"/>
                  </a:lnTo>
                  <a:lnTo>
                    <a:pt x="4415703" y="9524"/>
                  </a:lnTo>
                  <a:lnTo>
                    <a:pt x="4451344" y="9524"/>
                  </a:lnTo>
                  <a:lnTo>
                    <a:pt x="4483740" y="34853"/>
                  </a:lnTo>
                  <a:lnTo>
                    <a:pt x="4503511" y="76663"/>
                  </a:lnTo>
                  <a:lnTo>
                    <a:pt x="4505324" y="1990724"/>
                  </a:lnTo>
                  <a:lnTo>
                    <a:pt x="4504871" y="2000107"/>
                  </a:lnTo>
                  <a:lnTo>
                    <a:pt x="4489286" y="2043652"/>
                  </a:lnTo>
                  <a:lnTo>
                    <a:pt x="4455020" y="2074714"/>
                  </a:lnTo>
                  <a:lnTo>
                    <a:pt x="4451343" y="207644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2024" y="1924049"/>
              <a:ext cx="923925" cy="247650"/>
            </a:xfrm>
            <a:custGeom>
              <a:avLst/>
              <a:gdLst/>
              <a:ahLst/>
              <a:cxnLst/>
              <a:rect l="l" t="t" r="r" b="b"/>
              <a:pathLst>
                <a:path w="923925" h="247650">
                  <a:moveTo>
                    <a:pt x="876460" y="247649"/>
                  </a:moveTo>
                  <a:lnTo>
                    <a:pt x="47464" y="247649"/>
                  </a:lnTo>
                  <a:lnTo>
                    <a:pt x="44160" y="247323"/>
                  </a:lnTo>
                  <a:lnTo>
                    <a:pt x="10414" y="227842"/>
                  </a:lnTo>
                  <a:lnTo>
                    <a:pt x="0" y="200184"/>
                  </a:lnTo>
                  <a:lnTo>
                    <a:pt x="0" y="196849"/>
                  </a:lnTo>
                  <a:lnTo>
                    <a:pt x="0" y="47463"/>
                  </a:lnTo>
                  <a:lnTo>
                    <a:pt x="17237" y="12517"/>
                  </a:lnTo>
                  <a:lnTo>
                    <a:pt x="47464" y="0"/>
                  </a:lnTo>
                  <a:lnTo>
                    <a:pt x="876460" y="0"/>
                  </a:lnTo>
                  <a:lnTo>
                    <a:pt x="911404" y="17236"/>
                  </a:lnTo>
                  <a:lnTo>
                    <a:pt x="923924" y="47463"/>
                  </a:lnTo>
                  <a:lnTo>
                    <a:pt x="923924" y="200184"/>
                  </a:lnTo>
                  <a:lnTo>
                    <a:pt x="906687" y="235127"/>
                  </a:lnTo>
                  <a:lnTo>
                    <a:pt x="879763" y="247323"/>
                  </a:lnTo>
                  <a:lnTo>
                    <a:pt x="876460" y="247649"/>
                  </a:lnTo>
                  <a:close/>
                </a:path>
              </a:pathLst>
            </a:custGeom>
            <a:solidFill>
              <a:srgbClr val="8B4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7100" y="2101850"/>
            <a:ext cx="3906520" cy="22461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algn="l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100" b="1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11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2500"/>
              </a:lnSpc>
              <a:spcBef>
                <a:spcPts val="1045"/>
              </a:spcBef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1942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Thừa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Huế.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sắc.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4940">
              <a:lnSpc>
                <a:spcPct val="104200"/>
              </a:lnSpc>
            </a:pPr>
            <a:r>
              <a:rPr sz="1600" i="1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"Văn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xoáy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vào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sz="1600" i="1" spc="-114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sz="1600" i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nghiệt."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3057524"/>
            <a:ext cx="4543425" cy="1025526"/>
            <a:chOff x="723899" y="3057524"/>
            <a:chExt cx="4543425" cy="628650"/>
          </a:xfrm>
        </p:grpSpPr>
        <p:sp>
          <p:nvSpPr>
            <p:cNvPr id="3" name="object 3"/>
            <p:cNvSpPr/>
            <p:nvPr/>
          </p:nvSpPr>
          <p:spPr>
            <a:xfrm>
              <a:off x="723899" y="3057524"/>
              <a:ext cx="4543425" cy="628650"/>
            </a:xfrm>
            <a:custGeom>
              <a:avLst/>
              <a:gdLst/>
              <a:ahLst/>
              <a:cxnLst/>
              <a:rect l="l" t="t" r="r" b="b"/>
              <a:pathLst>
                <a:path w="4543425" h="628650">
                  <a:moveTo>
                    <a:pt x="4505324" y="628649"/>
                  </a:moveTo>
                  <a:lnTo>
                    <a:pt x="38099" y="628649"/>
                  </a:lnTo>
                  <a:lnTo>
                    <a:pt x="30498" y="627952"/>
                  </a:lnTo>
                  <a:lnTo>
                    <a:pt x="697" y="598151"/>
                  </a:lnTo>
                  <a:lnTo>
                    <a:pt x="0" y="5905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505324" y="0"/>
                  </a:lnTo>
                  <a:lnTo>
                    <a:pt x="4540634" y="23473"/>
                  </a:lnTo>
                  <a:lnTo>
                    <a:pt x="4543424" y="38099"/>
                  </a:lnTo>
                  <a:lnTo>
                    <a:pt x="4543424" y="590549"/>
                  </a:lnTo>
                  <a:lnTo>
                    <a:pt x="4519950" y="625859"/>
                  </a:lnTo>
                  <a:lnTo>
                    <a:pt x="4505324" y="6286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3899" y="3057524"/>
              <a:ext cx="4543425" cy="628650"/>
            </a:xfrm>
            <a:custGeom>
              <a:avLst/>
              <a:gdLst/>
              <a:ahLst/>
              <a:cxnLst/>
              <a:rect l="l" t="t" r="r" b="b"/>
              <a:pathLst>
                <a:path w="4543425" h="628650">
                  <a:moveTo>
                    <a:pt x="4505324" y="628649"/>
                  </a:moveTo>
                  <a:lnTo>
                    <a:pt x="38099" y="628649"/>
                  </a:lnTo>
                  <a:lnTo>
                    <a:pt x="30498" y="627952"/>
                  </a:lnTo>
                  <a:lnTo>
                    <a:pt x="697" y="598151"/>
                  </a:lnTo>
                  <a:lnTo>
                    <a:pt x="0" y="590549"/>
                  </a:lnTo>
                  <a:lnTo>
                    <a:pt x="0" y="38099"/>
                  </a:lnTo>
                  <a:lnTo>
                    <a:pt x="682" y="30665"/>
                  </a:lnTo>
                  <a:lnTo>
                    <a:pt x="697" y="30497"/>
                  </a:lnTo>
                  <a:lnTo>
                    <a:pt x="30498" y="697"/>
                  </a:lnTo>
                  <a:lnTo>
                    <a:pt x="38099" y="0"/>
                  </a:lnTo>
                  <a:lnTo>
                    <a:pt x="4505324" y="0"/>
                  </a:lnTo>
                  <a:lnTo>
                    <a:pt x="4512926" y="697"/>
                  </a:lnTo>
                  <a:lnTo>
                    <a:pt x="4519950" y="2789"/>
                  </a:lnTo>
                  <a:lnTo>
                    <a:pt x="4526396" y="6276"/>
                  </a:lnTo>
                  <a:lnTo>
                    <a:pt x="4530300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594339"/>
                  </a:lnTo>
                  <a:lnTo>
                    <a:pt x="34310" y="619124"/>
                  </a:lnTo>
                  <a:lnTo>
                    <a:pt x="4530300" y="619124"/>
                  </a:lnTo>
                  <a:lnTo>
                    <a:pt x="4526396" y="622372"/>
                  </a:lnTo>
                  <a:lnTo>
                    <a:pt x="4519950" y="625859"/>
                  </a:lnTo>
                  <a:lnTo>
                    <a:pt x="4512926" y="627952"/>
                  </a:lnTo>
                  <a:lnTo>
                    <a:pt x="4505324" y="628649"/>
                  </a:lnTo>
                  <a:close/>
                </a:path>
                <a:path w="4543425" h="628650">
                  <a:moveTo>
                    <a:pt x="4530300" y="619124"/>
                  </a:moveTo>
                  <a:lnTo>
                    <a:pt x="4509113" y="619124"/>
                  </a:lnTo>
                  <a:lnTo>
                    <a:pt x="4512758" y="618399"/>
                  </a:lnTo>
                  <a:lnTo>
                    <a:pt x="4519760" y="615499"/>
                  </a:lnTo>
                  <a:lnTo>
                    <a:pt x="4533899" y="594339"/>
                  </a:lnTo>
                  <a:lnTo>
                    <a:pt x="4533899" y="34310"/>
                  </a:lnTo>
                  <a:lnTo>
                    <a:pt x="4509113" y="9524"/>
                  </a:lnTo>
                  <a:lnTo>
                    <a:pt x="4530300" y="9524"/>
                  </a:lnTo>
                  <a:lnTo>
                    <a:pt x="4543424" y="590549"/>
                  </a:lnTo>
                  <a:lnTo>
                    <a:pt x="4542742" y="597984"/>
                  </a:lnTo>
                  <a:lnTo>
                    <a:pt x="4542727" y="598151"/>
                  </a:lnTo>
                  <a:lnTo>
                    <a:pt x="4540691" y="604985"/>
                  </a:lnTo>
                  <a:lnTo>
                    <a:pt x="4540634" y="605175"/>
                  </a:lnTo>
                  <a:lnTo>
                    <a:pt x="4537147" y="611621"/>
                  </a:lnTo>
                  <a:lnTo>
                    <a:pt x="4532264" y="617490"/>
                  </a:lnTo>
                  <a:lnTo>
                    <a:pt x="4530300" y="6191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31006" y="3151771"/>
            <a:ext cx="424370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 b="1" spc="-1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sz="1600" b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sz="1600" b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chính:</a:t>
            </a:r>
            <a:r>
              <a:rPr sz="1600" b="1" spc="-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vọng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bỉ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19724" y="3057524"/>
            <a:ext cx="4552950" cy="1025526"/>
            <a:chOff x="5419724" y="3057524"/>
            <a:chExt cx="4552950" cy="628650"/>
          </a:xfrm>
        </p:grpSpPr>
        <p:sp>
          <p:nvSpPr>
            <p:cNvPr id="7" name="object 7"/>
            <p:cNvSpPr/>
            <p:nvPr/>
          </p:nvSpPr>
          <p:spPr>
            <a:xfrm>
              <a:off x="5419724" y="3057524"/>
              <a:ext cx="4552950" cy="628650"/>
            </a:xfrm>
            <a:custGeom>
              <a:avLst/>
              <a:gdLst/>
              <a:ahLst/>
              <a:cxnLst/>
              <a:rect l="l" t="t" r="r" b="b"/>
              <a:pathLst>
                <a:path w="4552950" h="628650">
                  <a:moveTo>
                    <a:pt x="4514849" y="628649"/>
                  </a:moveTo>
                  <a:lnTo>
                    <a:pt x="38099" y="628649"/>
                  </a:lnTo>
                  <a:lnTo>
                    <a:pt x="30498" y="627952"/>
                  </a:lnTo>
                  <a:lnTo>
                    <a:pt x="697" y="598151"/>
                  </a:lnTo>
                  <a:lnTo>
                    <a:pt x="0" y="5905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514849" y="0"/>
                  </a:lnTo>
                  <a:lnTo>
                    <a:pt x="4550159" y="23473"/>
                  </a:lnTo>
                  <a:lnTo>
                    <a:pt x="4552949" y="38099"/>
                  </a:lnTo>
                  <a:lnTo>
                    <a:pt x="4552949" y="590549"/>
                  </a:lnTo>
                  <a:lnTo>
                    <a:pt x="4529475" y="625859"/>
                  </a:lnTo>
                  <a:lnTo>
                    <a:pt x="4514849" y="6286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9724" y="3057524"/>
              <a:ext cx="4552950" cy="628650"/>
            </a:xfrm>
            <a:custGeom>
              <a:avLst/>
              <a:gdLst/>
              <a:ahLst/>
              <a:cxnLst/>
              <a:rect l="l" t="t" r="r" b="b"/>
              <a:pathLst>
                <a:path w="4552950" h="628650">
                  <a:moveTo>
                    <a:pt x="4514849" y="628649"/>
                  </a:moveTo>
                  <a:lnTo>
                    <a:pt x="38099" y="628649"/>
                  </a:lnTo>
                  <a:lnTo>
                    <a:pt x="30498" y="627952"/>
                  </a:lnTo>
                  <a:lnTo>
                    <a:pt x="697" y="598151"/>
                  </a:lnTo>
                  <a:lnTo>
                    <a:pt x="0" y="590549"/>
                  </a:lnTo>
                  <a:lnTo>
                    <a:pt x="0" y="38099"/>
                  </a:lnTo>
                  <a:lnTo>
                    <a:pt x="681" y="30665"/>
                  </a:lnTo>
                  <a:lnTo>
                    <a:pt x="697" y="30497"/>
                  </a:lnTo>
                  <a:lnTo>
                    <a:pt x="2732" y="23663"/>
                  </a:lnTo>
                  <a:lnTo>
                    <a:pt x="2789" y="23473"/>
                  </a:lnTo>
                  <a:lnTo>
                    <a:pt x="6276" y="17027"/>
                  </a:lnTo>
                  <a:lnTo>
                    <a:pt x="38099" y="0"/>
                  </a:lnTo>
                  <a:lnTo>
                    <a:pt x="4514849" y="0"/>
                  </a:lnTo>
                  <a:lnTo>
                    <a:pt x="4522451" y="697"/>
                  </a:lnTo>
                  <a:lnTo>
                    <a:pt x="4529475" y="2789"/>
                  </a:lnTo>
                  <a:lnTo>
                    <a:pt x="4535921" y="6276"/>
                  </a:lnTo>
                  <a:lnTo>
                    <a:pt x="4539825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10319" y="30497"/>
                  </a:lnTo>
                  <a:lnTo>
                    <a:pt x="10249" y="30665"/>
                  </a:lnTo>
                  <a:lnTo>
                    <a:pt x="9524" y="34310"/>
                  </a:lnTo>
                  <a:lnTo>
                    <a:pt x="9524" y="594339"/>
                  </a:lnTo>
                  <a:lnTo>
                    <a:pt x="34310" y="619124"/>
                  </a:lnTo>
                  <a:lnTo>
                    <a:pt x="4539825" y="619124"/>
                  </a:lnTo>
                  <a:lnTo>
                    <a:pt x="4535921" y="622372"/>
                  </a:lnTo>
                  <a:lnTo>
                    <a:pt x="4529475" y="625859"/>
                  </a:lnTo>
                  <a:lnTo>
                    <a:pt x="4522451" y="627952"/>
                  </a:lnTo>
                  <a:lnTo>
                    <a:pt x="4514849" y="628649"/>
                  </a:lnTo>
                  <a:close/>
                </a:path>
                <a:path w="4552950" h="628650">
                  <a:moveTo>
                    <a:pt x="4539825" y="619124"/>
                  </a:moveTo>
                  <a:lnTo>
                    <a:pt x="4518638" y="619124"/>
                  </a:lnTo>
                  <a:lnTo>
                    <a:pt x="4522283" y="618399"/>
                  </a:lnTo>
                  <a:lnTo>
                    <a:pt x="4529285" y="615499"/>
                  </a:lnTo>
                  <a:lnTo>
                    <a:pt x="4543424" y="594339"/>
                  </a:lnTo>
                  <a:lnTo>
                    <a:pt x="4543424" y="34310"/>
                  </a:lnTo>
                  <a:lnTo>
                    <a:pt x="4518638" y="9524"/>
                  </a:lnTo>
                  <a:lnTo>
                    <a:pt x="4539825" y="9524"/>
                  </a:lnTo>
                  <a:lnTo>
                    <a:pt x="4552949" y="590549"/>
                  </a:lnTo>
                  <a:lnTo>
                    <a:pt x="4552267" y="597984"/>
                  </a:lnTo>
                  <a:lnTo>
                    <a:pt x="4552252" y="598151"/>
                  </a:lnTo>
                  <a:lnTo>
                    <a:pt x="4550215" y="604985"/>
                  </a:lnTo>
                  <a:lnTo>
                    <a:pt x="4550159" y="605175"/>
                  </a:lnTo>
                  <a:lnTo>
                    <a:pt x="4546672" y="611621"/>
                  </a:lnTo>
                  <a:lnTo>
                    <a:pt x="4541789" y="617490"/>
                  </a:lnTo>
                  <a:lnTo>
                    <a:pt x="4539825" y="6191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533230" y="3151771"/>
            <a:ext cx="418084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vi-VN" sz="1600" b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vi-VN" sz="1600" b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vi-VN" sz="1600" b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điểm:</a:t>
            </a:r>
            <a:r>
              <a:rPr lang="vi-VN"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vi-VN"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cháu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vi-VN"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diệt</a:t>
            </a:r>
            <a:r>
              <a:rPr lang="vi-VN"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đàn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vi-VN"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vi-VN"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vi-VN"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vi-VN"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vi-VN"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tự</a:t>
            </a:r>
            <a:r>
              <a:rPr lang="vi-VN"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vi-VN"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vi-VN"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vi-VN"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</a:t>
            </a:r>
            <a:r>
              <a:rPr lang="vi-VN"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vi-VN"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vi-VN"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mình.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899" y="895349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XUNG</a:t>
            </a:r>
            <a:r>
              <a:rPr spc="200" dirty="0"/>
              <a:t> </a:t>
            </a:r>
            <a:r>
              <a:rPr spc="190" dirty="0"/>
              <a:t>ĐỘT</a:t>
            </a:r>
            <a:r>
              <a:rPr spc="204" dirty="0"/>
              <a:t> </a:t>
            </a:r>
            <a:r>
              <a:rPr spc="60" dirty="0"/>
              <a:t>&amp;</a:t>
            </a:r>
            <a:r>
              <a:rPr spc="200" dirty="0"/>
              <a:t> </a:t>
            </a:r>
            <a:r>
              <a:rPr spc="280" dirty="0"/>
              <a:t>TÓM</a:t>
            </a:r>
            <a:r>
              <a:rPr spc="204" dirty="0"/>
              <a:t> </a:t>
            </a:r>
            <a:r>
              <a:rPr spc="240" dirty="0"/>
              <a:t>TẮT</a:t>
            </a:r>
            <a:r>
              <a:rPr spc="204" dirty="0"/>
              <a:t> </a:t>
            </a:r>
            <a:r>
              <a:rPr spc="229" dirty="0"/>
              <a:t>CỐT</a:t>
            </a:r>
            <a:r>
              <a:rPr spc="200" dirty="0"/>
              <a:t> </a:t>
            </a:r>
            <a:r>
              <a:rPr spc="254" dirty="0"/>
              <a:t>TRUYỆN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723899" y="1685925"/>
            <a:ext cx="9248775" cy="1219200"/>
            <a:chOff x="723899" y="1685925"/>
            <a:chExt cx="9248775" cy="1219200"/>
          </a:xfrm>
        </p:grpSpPr>
        <p:sp>
          <p:nvSpPr>
            <p:cNvPr id="13" name="object 13"/>
            <p:cNvSpPr/>
            <p:nvPr/>
          </p:nvSpPr>
          <p:spPr>
            <a:xfrm>
              <a:off x="723899" y="1685925"/>
              <a:ext cx="9248775" cy="1219200"/>
            </a:xfrm>
            <a:custGeom>
              <a:avLst/>
              <a:gdLst/>
              <a:ahLst/>
              <a:cxnLst/>
              <a:rect l="l" t="t" r="r" b="b"/>
              <a:pathLst>
                <a:path w="9248775" h="1219200">
                  <a:moveTo>
                    <a:pt x="9153524" y="1219199"/>
                  </a:moveTo>
                  <a:lnTo>
                    <a:pt x="95249" y="1219199"/>
                  </a:lnTo>
                  <a:lnTo>
                    <a:pt x="85866" y="1218746"/>
                  </a:lnTo>
                  <a:lnTo>
                    <a:pt x="42321" y="1203162"/>
                  </a:lnTo>
                  <a:lnTo>
                    <a:pt x="11259" y="1168895"/>
                  </a:lnTo>
                  <a:lnTo>
                    <a:pt x="0" y="11239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9153524" y="0"/>
                  </a:lnTo>
                  <a:lnTo>
                    <a:pt x="9198469" y="11259"/>
                  </a:lnTo>
                  <a:lnTo>
                    <a:pt x="9232735" y="42321"/>
                  </a:lnTo>
                  <a:lnTo>
                    <a:pt x="9248320" y="85866"/>
                  </a:lnTo>
                  <a:lnTo>
                    <a:pt x="9248774" y="95249"/>
                  </a:lnTo>
                  <a:lnTo>
                    <a:pt x="9248774" y="1123949"/>
                  </a:lnTo>
                  <a:lnTo>
                    <a:pt x="9237513" y="1168895"/>
                  </a:lnTo>
                  <a:lnTo>
                    <a:pt x="9206451" y="1203162"/>
                  </a:lnTo>
                  <a:lnTo>
                    <a:pt x="9162906" y="1218746"/>
                  </a:lnTo>
                  <a:lnTo>
                    <a:pt x="9153524" y="12191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899" y="1685925"/>
              <a:ext cx="9248775" cy="1219200"/>
            </a:xfrm>
            <a:custGeom>
              <a:avLst/>
              <a:gdLst/>
              <a:ahLst/>
              <a:cxnLst/>
              <a:rect l="l" t="t" r="r" b="b"/>
              <a:pathLst>
                <a:path w="9248775" h="1219200">
                  <a:moveTo>
                    <a:pt x="9153524" y="1219199"/>
                  </a:moveTo>
                  <a:lnTo>
                    <a:pt x="95249" y="1219199"/>
                  </a:lnTo>
                  <a:lnTo>
                    <a:pt x="85866" y="1218746"/>
                  </a:lnTo>
                  <a:lnTo>
                    <a:pt x="42321" y="1203162"/>
                  </a:lnTo>
                  <a:lnTo>
                    <a:pt x="11259" y="1168895"/>
                  </a:lnTo>
                  <a:lnTo>
                    <a:pt x="0" y="11239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153524" y="0"/>
                  </a:lnTo>
                  <a:lnTo>
                    <a:pt x="9162907" y="453"/>
                  </a:lnTo>
                  <a:lnTo>
                    <a:pt x="9172109" y="1812"/>
                  </a:lnTo>
                  <a:lnTo>
                    <a:pt x="9181131" y="4078"/>
                  </a:lnTo>
                  <a:lnTo>
                    <a:pt x="9189973" y="7250"/>
                  </a:lnTo>
                  <a:lnTo>
                    <a:pt x="9194793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29578"/>
                  </a:lnTo>
                  <a:lnTo>
                    <a:pt x="20845" y="1166895"/>
                  </a:lnTo>
                  <a:lnTo>
                    <a:pt x="52303" y="1198354"/>
                  </a:lnTo>
                  <a:lnTo>
                    <a:pt x="89621" y="1209674"/>
                  </a:lnTo>
                  <a:lnTo>
                    <a:pt x="9194792" y="1209674"/>
                  </a:lnTo>
                  <a:lnTo>
                    <a:pt x="9189973" y="1211949"/>
                  </a:lnTo>
                  <a:lnTo>
                    <a:pt x="9181131" y="1215121"/>
                  </a:lnTo>
                  <a:lnTo>
                    <a:pt x="9172109" y="1217387"/>
                  </a:lnTo>
                  <a:lnTo>
                    <a:pt x="9162907" y="1218746"/>
                  </a:lnTo>
                  <a:lnTo>
                    <a:pt x="9153524" y="1219199"/>
                  </a:lnTo>
                  <a:close/>
                </a:path>
                <a:path w="9248775" h="1219200">
                  <a:moveTo>
                    <a:pt x="9194792" y="1209674"/>
                  </a:moveTo>
                  <a:lnTo>
                    <a:pt x="9159153" y="1209674"/>
                  </a:lnTo>
                  <a:lnTo>
                    <a:pt x="9164727" y="1209125"/>
                  </a:lnTo>
                  <a:lnTo>
                    <a:pt x="9175768" y="1206929"/>
                  </a:lnTo>
                  <a:lnTo>
                    <a:pt x="9210160" y="1188546"/>
                  </a:lnTo>
                  <a:lnTo>
                    <a:pt x="9234877" y="1151554"/>
                  </a:lnTo>
                  <a:lnTo>
                    <a:pt x="9239249" y="1129578"/>
                  </a:lnTo>
                  <a:lnTo>
                    <a:pt x="9239249" y="89621"/>
                  </a:lnTo>
                  <a:lnTo>
                    <a:pt x="9227927" y="52303"/>
                  </a:lnTo>
                  <a:lnTo>
                    <a:pt x="9196469" y="20845"/>
                  </a:lnTo>
                  <a:lnTo>
                    <a:pt x="9159153" y="9524"/>
                  </a:lnTo>
                  <a:lnTo>
                    <a:pt x="9194793" y="9524"/>
                  </a:lnTo>
                  <a:lnTo>
                    <a:pt x="9227190" y="34853"/>
                  </a:lnTo>
                  <a:lnTo>
                    <a:pt x="9246961" y="76663"/>
                  </a:lnTo>
                  <a:lnTo>
                    <a:pt x="9248774" y="1123949"/>
                  </a:lnTo>
                  <a:lnTo>
                    <a:pt x="9248321" y="1133333"/>
                  </a:lnTo>
                  <a:lnTo>
                    <a:pt x="9232735" y="1176877"/>
                  </a:lnTo>
                  <a:lnTo>
                    <a:pt x="9198469" y="1207939"/>
                  </a:lnTo>
                  <a:lnTo>
                    <a:pt x="9194792" y="12096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45306" y="1878367"/>
            <a:ext cx="8897194" cy="8880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2600"/>
              </a:lnSpc>
              <a:spcBef>
                <a:spcPts val="55"/>
              </a:spcBef>
            </a:pPr>
            <a:r>
              <a:rPr lang="vi-VN"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cháu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dọn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rừng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nhà,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vi-VN"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nhiên.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vi-VN" sz="1600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rừng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</a:t>
            </a:r>
            <a:r>
              <a:rPr lang="vi-VN" sz="1600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vi-VN"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phiền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toái,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vi-VN" sz="1600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thành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vi-VN" sz="1600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spc="-2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thảm</a:t>
            </a:r>
            <a:r>
              <a:rPr lang="vi-VN" sz="1600" b="1" spc="-3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spc="-4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vi-VN" sz="1600" b="1" spc="-3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spc="-5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vi-VN" sz="1600" b="1" spc="-3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spc="-7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vi-VN" sz="1600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lửa,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hỏa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vi-VN" sz="1600" spc="-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diệt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đoan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nhất,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vi-VN" sz="1600" spc="-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vi-VN"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tháo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vi-VN"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662" y="3243262"/>
            <a:ext cx="9239250" cy="686726"/>
          </a:xfrm>
          <a:prstGeom prst="rect">
            <a:avLst/>
          </a:prstGeom>
          <a:ln w="9524">
            <a:solidFill>
              <a:srgbClr val="C4A058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035"/>
              </a:spcBef>
            </a:pPr>
            <a:r>
              <a:rPr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luận: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6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7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1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6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3899" y="895348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ĐẶC</a:t>
            </a:r>
            <a:r>
              <a:rPr spc="200" dirty="0"/>
              <a:t> </a:t>
            </a:r>
            <a:r>
              <a:rPr spc="290" dirty="0"/>
              <a:t>ĐIỂM</a:t>
            </a:r>
            <a:r>
              <a:rPr spc="200" dirty="0"/>
              <a:t> </a:t>
            </a:r>
            <a:r>
              <a:rPr spc="265" dirty="0"/>
              <a:t>TRUYỆN</a:t>
            </a:r>
            <a:r>
              <a:rPr spc="200" dirty="0"/>
              <a:t> </a:t>
            </a:r>
            <a:r>
              <a:rPr spc="295" dirty="0"/>
              <a:t>NGẮN</a:t>
            </a:r>
            <a:r>
              <a:rPr spc="204" dirty="0"/>
              <a:t> </a:t>
            </a:r>
            <a:r>
              <a:rPr spc="240" dirty="0"/>
              <a:t>TRONG</a:t>
            </a:r>
            <a:r>
              <a:rPr spc="200" dirty="0"/>
              <a:t> TÁC </a:t>
            </a:r>
            <a:r>
              <a:rPr spc="280" dirty="0"/>
              <a:t>PHẨM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23899" y="1685923"/>
            <a:ext cx="4467225" cy="1428750"/>
            <a:chOff x="723899" y="1685923"/>
            <a:chExt cx="4467225" cy="1428750"/>
          </a:xfrm>
        </p:grpSpPr>
        <p:sp>
          <p:nvSpPr>
            <p:cNvPr id="6" name="object 6"/>
            <p:cNvSpPr/>
            <p:nvPr/>
          </p:nvSpPr>
          <p:spPr>
            <a:xfrm>
              <a:off x="723899" y="1685923"/>
              <a:ext cx="4467225" cy="1428750"/>
            </a:xfrm>
            <a:custGeom>
              <a:avLst/>
              <a:gdLst/>
              <a:ahLst/>
              <a:cxnLst/>
              <a:rect l="l" t="t" r="r" b="b"/>
              <a:pathLst>
                <a:path w="4467225" h="1428750">
                  <a:moveTo>
                    <a:pt x="4371974" y="1428749"/>
                  </a:moveTo>
                  <a:lnTo>
                    <a:pt x="95249" y="1428749"/>
                  </a:lnTo>
                  <a:lnTo>
                    <a:pt x="85866" y="1428296"/>
                  </a:lnTo>
                  <a:lnTo>
                    <a:pt x="42321" y="1412711"/>
                  </a:lnTo>
                  <a:lnTo>
                    <a:pt x="11259" y="1378445"/>
                  </a:lnTo>
                  <a:lnTo>
                    <a:pt x="0" y="13334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71974" y="0"/>
                  </a:lnTo>
                  <a:lnTo>
                    <a:pt x="4416920" y="11259"/>
                  </a:lnTo>
                  <a:lnTo>
                    <a:pt x="4451186" y="42321"/>
                  </a:lnTo>
                  <a:lnTo>
                    <a:pt x="4466771" y="85866"/>
                  </a:lnTo>
                  <a:lnTo>
                    <a:pt x="4467224" y="95249"/>
                  </a:lnTo>
                  <a:lnTo>
                    <a:pt x="4467224" y="1333499"/>
                  </a:lnTo>
                  <a:lnTo>
                    <a:pt x="4455964" y="1378445"/>
                  </a:lnTo>
                  <a:lnTo>
                    <a:pt x="4424902" y="1412711"/>
                  </a:lnTo>
                  <a:lnTo>
                    <a:pt x="4381357" y="1428296"/>
                  </a:lnTo>
                  <a:lnTo>
                    <a:pt x="4371974" y="14287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85925"/>
              <a:ext cx="4467225" cy="1428750"/>
            </a:xfrm>
            <a:custGeom>
              <a:avLst/>
              <a:gdLst/>
              <a:ahLst/>
              <a:cxnLst/>
              <a:rect l="l" t="t" r="r" b="b"/>
              <a:pathLst>
                <a:path w="4467225" h="1428750">
                  <a:moveTo>
                    <a:pt x="4371974" y="1428749"/>
                  </a:moveTo>
                  <a:lnTo>
                    <a:pt x="95249" y="1428749"/>
                  </a:lnTo>
                  <a:lnTo>
                    <a:pt x="85866" y="1428296"/>
                  </a:lnTo>
                  <a:lnTo>
                    <a:pt x="42321" y="1412711"/>
                  </a:lnTo>
                  <a:lnTo>
                    <a:pt x="11259" y="1378445"/>
                  </a:lnTo>
                  <a:lnTo>
                    <a:pt x="0" y="13334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371974" y="0"/>
                  </a:lnTo>
                  <a:lnTo>
                    <a:pt x="4381357" y="453"/>
                  </a:lnTo>
                  <a:lnTo>
                    <a:pt x="4390560" y="1812"/>
                  </a:lnTo>
                  <a:lnTo>
                    <a:pt x="4399582" y="4078"/>
                  </a:lnTo>
                  <a:lnTo>
                    <a:pt x="4408424" y="7250"/>
                  </a:lnTo>
                  <a:lnTo>
                    <a:pt x="441324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339128"/>
                  </a:lnTo>
                  <a:lnTo>
                    <a:pt x="20845" y="1376445"/>
                  </a:lnTo>
                  <a:lnTo>
                    <a:pt x="52303" y="1407904"/>
                  </a:lnTo>
                  <a:lnTo>
                    <a:pt x="89621" y="1419224"/>
                  </a:lnTo>
                  <a:lnTo>
                    <a:pt x="4413243" y="1419224"/>
                  </a:lnTo>
                  <a:lnTo>
                    <a:pt x="4408424" y="1421499"/>
                  </a:lnTo>
                  <a:lnTo>
                    <a:pt x="4399582" y="1424671"/>
                  </a:lnTo>
                  <a:lnTo>
                    <a:pt x="4390560" y="1426937"/>
                  </a:lnTo>
                  <a:lnTo>
                    <a:pt x="4381357" y="1428296"/>
                  </a:lnTo>
                  <a:lnTo>
                    <a:pt x="4371974" y="1428749"/>
                  </a:lnTo>
                  <a:close/>
                </a:path>
                <a:path w="4467225" h="1428750">
                  <a:moveTo>
                    <a:pt x="4413243" y="1419224"/>
                  </a:moveTo>
                  <a:lnTo>
                    <a:pt x="4377603" y="1419224"/>
                  </a:lnTo>
                  <a:lnTo>
                    <a:pt x="4383177" y="1418675"/>
                  </a:lnTo>
                  <a:lnTo>
                    <a:pt x="4394218" y="1416479"/>
                  </a:lnTo>
                  <a:lnTo>
                    <a:pt x="4428610" y="1398096"/>
                  </a:lnTo>
                  <a:lnTo>
                    <a:pt x="4453327" y="1361104"/>
                  </a:lnTo>
                  <a:lnTo>
                    <a:pt x="4457699" y="1339128"/>
                  </a:lnTo>
                  <a:lnTo>
                    <a:pt x="4457699" y="89621"/>
                  </a:lnTo>
                  <a:lnTo>
                    <a:pt x="4446379" y="52303"/>
                  </a:lnTo>
                  <a:lnTo>
                    <a:pt x="4414919" y="20845"/>
                  </a:lnTo>
                  <a:lnTo>
                    <a:pt x="4377603" y="9524"/>
                  </a:lnTo>
                  <a:lnTo>
                    <a:pt x="4413244" y="9524"/>
                  </a:lnTo>
                  <a:lnTo>
                    <a:pt x="4445640" y="34853"/>
                  </a:lnTo>
                  <a:lnTo>
                    <a:pt x="4465411" y="76663"/>
                  </a:lnTo>
                  <a:lnTo>
                    <a:pt x="4467224" y="1333499"/>
                  </a:lnTo>
                  <a:lnTo>
                    <a:pt x="4466771" y="1342882"/>
                  </a:lnTo>
                  <a:lnTo>
                    <a:pt x="4451186" y="1386427"/>
                  </a:lnTo>
                  <a:lnTo>
                    <a:pt x="4416920" y="1417489"/>
                  </a:lnTo>
                  <a:lnTo>
                    <a:pt x="4413243" y="14192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5306" y="1930400"/>
            <a:ext cx="28011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sz="1600" b="1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sz="1600" b="1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306" y="2275471"/>
            <a:ext cx="398145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nhất,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nén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cao.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thang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95924" y="1685923"/>
            <a:ext cx="4476750" cy="1428750"/>
            <a:chOff x="5495924" y="1685923"/>
            <a:chExt cx="4476750" cy="1428750"/>
          </a:xfrm>
        </p:grpSpPr>
        <p:sp>
          <p:nvSpPr>
            <p:cNvPr id="11" name="object 11"/>
            <p:cNvSpPr/>
            <p:nvPr/>
          </p:nvSpPr>
          <p:spPr>
            <a:xfrm>
              <a:off x="5495924" y="1685923"/>
              <a:ext cx="4476750" cy="1428750"/>
            </a:xfrm>
            <a:custGeom>
              <a:avLst/>
              <a:gdLst/>
              <a:ahLst/>
              <a:cxnLst/>
              <a:rect l="l" t="t" r="r" b="b"/>
              <a:pathLst>
                <a:path w="4476750" h="1428750">
                  <a:moveTo>
                    <a:pt x="4381499" y="1428749"/>
                  </a:moveTo>
                  <a:lnTo>
                    <a:pt x="95249" y="1428749"/>
                  </a:lnTo>
                  <a:lnTo>
                    <a:pt x="85866" y="1428296"/>
                  </a:lnTo>
                  <a:lnTo>
                    <a:pt x="42321" y="1412711"/>
                  </a:lnTo>
                  <a:lnTo>
                    <a:pt x="11259" y="1378445"/>
                  </a:lnTo>
                  <a:lnTo>
                    <a:pt x="0" y="13334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81499" y="0"/>
                  </a:lnTo>
                  <a:lnTo>
                    <a:pt x="4426444" y="11259"/>
                  </a:lnTo>
                  <a:lnTo>
                    <a:pt x="4460710" y="42321"/>
                  </a:lnTo>
                  <a:lnTo>
                    <a:pt x="4476296" y="85866"/>
                  </a:lnTo>
                  <a:lnTo>
                    <a:pt x="4476749" y="95249"/>
                  </a:lnTo>
                  <a:lnTo>
                    <a:pt x="4476749" y="1333499"/>
                  </a:lnTo>
                  <a:lnTo>
                    <a:pt x="4465488" y="1378445"/>
                  </a:lnTo>
                  <a:lnTo>
                    <a:pt x="4434426" y="1412711"/>
                  </a:lnTo>
                  <a:lnTo>
                    <a:pt x="4390882" y="1428296"/>
                  </a:lnTo>
                  <a:lnTo>
                    <a:pt x="4381499" y="14287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95924" y="1685925"/>
              <a:ext cx="4476750" cy="1428750"/>
            </a:xfrm>
            <a:custGeom>
              <a:avLst/>
              <a:gdLst/>
              <a:ahLst/>
              <a:cxnLst/>
              <a:rect l="l" t="t" r="r" b="b"/>
              <a:pathLst>
                <a:path w="4476750" h="1428750">
                  <a:moveTo>
                    <a:pt x="4381499" y="1428749"/>
                  </a:moveTo>
                  <a:lnTo>
                    <a:pt x="95249" y="1428749"/>
                  </a:lnTo>
                  <a:lnTo>
                    <a:pt x="85866" y="1428296"/>
                  </a:lnTo>
                  <a:lnTo>
                    <a:pt x="42321" y="1412711"/>
                  </a:lnTo>
                  <a:lnTo>
                    <a:pt x="11259" y="1378445"/>
                  </a:lnTo>
                  <a:lnTo>
                    <a:pt x="0" y="13334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381499" y="0"/>
                  </a:lnTo>
                  <a:lnTo>
                    <a:pt x="4390882" y="453"/>
                  </a:lnTo>
                  <a:lnTo>
                    <a:pt x="4400084" y="1812"/>
                  </a:lnTo>
                  <a:lnTo>
                    <a:pt x="4409106" y="4078"/>
                  </a:lnTo>
                  <a:lnTo>
                    <a:pt x="4417948" y="7250"/>
                  </a:lnTo>
                  <a:lnTo>
                    <a:pt x="4422768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339128"/>
                  </a:lnTo>
                  <a:lnTo>
                    <a:pt x="20844" y="1376445"/>
                  </a:lnTo>
                  <a:lnTo>
                    <a:pt x="52303" y="1407904"/>
                  </a:lnTo>
                  <a:lnTo>
                    <a:pt x="89621" y="1419224"/>
                  </a:lnTo>
                  <a:lnTo>
                    <a:pt x="4422767" y="1419224"/>
                  </a:lnTo>
                  <a:lnTo>
                    <a:pt x="4417948" y="1421499"/>
                  </a:lnTo>
                  <a:lnTo>
                    <a:pt x="4409106" y="1424671"/>
                  </a:lnTo>
                  <a:lnTo>
                    <a:pt x="4400084" y="1426937"/>
                  </a:lnTo>
                  <a:lnTo>
                    <a:pt x="4390882" y="1428296"/>
                  </a:lnTo>
                  <a:lnTo>
                    <a:pt x="4381499" y="1428749"/>
                  </a:lnTo>
                  <a:close/>
                </a:path>
                <a:path w="4476750" h="1428750">
                  <a:moveTo>
                    <a:pt x="4422767" y="1419224"/>
                  </a:moveTo>
                  <a:lnTo>
                    <a:pt x="4387128" y="1419224"/>
                  </a:lnTo>
                  <a:lnTo>
                    <a:pt x="4392703" y="1418675"/>
                  </a:lnTo>
                  <a:lnTo>
                    <a:pt x="4403744" y="1416479"/>
                  </a:lnTo>
                  <a:lnTo>
                    <a:pt x="4438136" y="1398096"/>
                  </a:lnTo>
                  <a:lnTo>
                    <a:pt x="4462852" y="1361104"/>
                  </a:lnTo>
                  <a:lnTo>
                    <a:pt x="4467224" y="1339128"/>
                  </a:lnTo>
                  <a:lnTo>
                    <a:pt x="4467224" y="89621"/>
                  </a:lnTo>
                  <a:lnTo>
                    <a:pt x="4455904" y="52303"/>
                  </a:lnTo>
                  <a:lnTo>
                    <a:pt x="4424445" y="20845"/>
                  </a:lnTo>
                  <a:lnTo>
                    <a:pt x="4387128" y="9524"/>
                  </a:lnTo>
                  <a:lnTo>
                    <a:pt x="4422768" y="9524"/>
                  </a:lnTo>
                  <a:lnTo>
                    <a:pt x="4455165" y="34853"/>
                  </a:lnTo>
                  <a:lnTo>
                    <a:pt x="4474936" y="76663"/>
                  </a:lnTo>
                  <a:lnTo>
                    <a:pt x="4476749" y="1333499"/>
                  </a:lnTo>
                  <a:lnTo>
                    <a:pt x="4476296" y="1342882"/>
                  </a:lnTo>
                  <a:lnTo>
                    <a:pt x="4460710" y="1386427"/>
                  </a:lnTo>
                  <a:lnTo>
                    <a:pt x="4426444" y="1417489"/>
                  </a:lnTo>
                  <a:lnTo>
                    <a:pt x="4422767" y="14192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23730" y="1930400"/>
            <a:ext cx="289957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b="1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600" b="1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b="1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1600" b="1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3730" y="2275471"/>
            <a:ext cx="402336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hẹp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(ngôi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mọc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rừng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cũ)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600" spc="5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ngột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ngạt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bế</a:t>
            </a:r>
            <a:r>
              <a:rPr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tấn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0810" y="2517770"/>
            <a:ext cx="3714750" cy="842538"/>
          </a:xfrm>
          <a:prstGeom prst="rect">
            <a:avLst/>
          </a:prstGeom>
          <a:ln w="9524">
            <a:solidFill>
              <a:srgbClr val="C4A058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33350" marR="204470">
              <a:spcBef>
                <a:spcPts val="810"/>
              </a:spcBef>
            </a:pPr>
            <a:r>
              <a:rPr sz="1600"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hỏi: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600"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sz="16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ba, </a:t>
            </a:r>
            <a:r>
              <a:rPr sz="1600"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kinh </a:t>
            </a:r>
            <a:r>
              <a:rPr sz="1600"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hoàng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sz="16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sz="16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sz="1600" i="1" spc="-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</a:t>
            </a:r>
            <a:r>
              <a:rPr sz="1600"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sz="1600"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sz="1600" i="1" spc="-1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sz="1600" i="1" spc="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sz="1600" i="1" spc="1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không?</a:t>
            </a:r>
            <a:r>
              <a:rPr sz="1600" i="1" spc="-1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sz="1600"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sao?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3899" y="895348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NGHỆ</a:t>
            </a:r>
            <a:r>
              <a:rPr spc="200" dirty="0"/>
              <a:t> </a:t>
            </a:r>
            <a:r>
              <a:rPr spc="265" dirty="0"/>
              <a:t>THUẬT</a:t>
            </a:r>
            <a:r>
              <a:rPr spc="200" dirty="0"/>
              <a:t> </a:t>
            </a:r>
            <a:r>
              <a:rPr spc="240" dirty="0"/>
              <a:t>NGÔI</a:t>
            </a:r>
            <a:r>
              <a:rPr spc="204" dirty="0"/>
              <a:t> </a:t>
            </a:r>
            <a:r>
              <a:rPr spc="225" dirty="0"/>
              <a:t>KỂ</a:t>
            </a:r>
            <a:r>
              <a:rPr spc="200" dirty="0"/>
              <a:t> </a:t>
            </a:r>
            <a:r>
              <a:rPr spc="60" dirty="0"/>
              <a:t>&amp;</a:t>
            </a:r>
            <a:r>
              <a:rPr spc="204" dirty="0"/>
              <a:t> </a:t>
            </a:r>
            <a:r>
              <a:rPr spc="290" dirty="0"/>
              <a:t>ĐIỂM</a:t>
            </a:r>
            <a:r>
              <a:rPr spc="200" dirty="0"/>
              <a:t> </a:t>
            </a:r>
            <a:r>
              <a:rPr spc="290" dirty="0"/>
              <a:t>NHÌN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23899" y="1685918"/>
            <a:ext cx="5529263" cy="2549531"/>
            <a:chOff x="723899" y="1685919"/>
            <a:chExt cx="5295900" cy="1790700"/>
          </a:xfrm>
        </p:grpSpPr>
        <p:sp>
          <p:nvSpPr>
            <p:cNvPr id="6" name="object 6"/>
            <p:cNvSpPr/>
            <p:nvPr/>
          </p:nvSpPr>
          <p:spPr>
            <a:xfrm>
              <a:off x="723899" y="1685919"/>
              <a:ext cx="5295900" cy="1790700"/>
            </a:xfrm>
            <a:custGeom>
              <a:avLst/>
              <a:gdLst/>
              <a:ahLst/>
              <a:cxnLst/>
              <a:rect l="l" t="t" r="r" b="b"/>
              <a:pathLst>
                <a:path w="5295900" h="1790700">
                  <a:moveTo>
                    <a:pt x="5200649" y="1790699"/>
                  </a:moveTo>
                  <a:lnTo>
                    <a:pt x="95249" y="1790699"/>
                  </a:lnTo>
                  <a:lnTo>
                    <a:pt x="85866" y="1790246"/>
                  </a:lnTo>
                  <a:lnTo>
                    <a:pt x="42321" y="1774662"/>
                  </a:lnTo>
                  <a:lnTo>
                    <a:pt x="11259" y="1740395"/>
                  </a:lnTo>
                  <a:lnTo>
                    <a:pt x="0" y="16954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5200649" y="0"/>
                  </a:lnTo>
                  <a:lnTo>
                    <a:pt x="5245594" y="11259"/>
                  </a:lnTo>
                  <a:lnTo>
                    <a:pt x="5279861" y="42321"/>
                  </a:lnTo>
                  <a:lnTo>
                    <a:pt x="5295446" y="85866"/>
                  </a:lnTo>
                  <a:lnTo>
                    <a:pt x="5295899" y="95249"/>
                  </a:lnTo>
                  <a:lnTo>
                    <a:pt x="5295899" y="1695449"/>
                  </a:lnTo>
                  <a:lnTo>
                    <a:pt x="5284638" y="1740395"/>
                  </a:lnTo>
                  <a:lnTo>
                    <a:pt x="5253576" y="1774662"/>
                  </a:lnTo>
                  <a:lnTo>
                    <a:pt x="5210032" y="1790246"/>
                  </a:lnTo>
                  <a:lnTo>
                    <a:pt x="5200649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85925"/>
              <a:ext cx="5295900" cy="1790700"/>
            </a:xfrm>
            <a:custGeom>
              <a:avLst/>
              <a:gdLst/>
              <a:ahLst/>
              <a:cxnLst/>
              <a:rect l="l" t="t" r="r" b="b"/>
              <a:pathLst>
                <a:path w="5295900" h="1790700">
                  <a:moveTo>
                    <a:pt x="5200649" y="1790699"/>
                  </a:moveTo>
                  <a:lnTo>
                    <a:pt x="95249" y="1790699"/>
                  </a:lnTo>
                  <a:lnTo>
                    <a:pt x="85866" y="1790246"/>
                  </a:lnTo>
                  <a:lnTo>
                    <a:pt x="42321" y="1774662"/>
                  </a:lnTo>
                  <a:lnTo>
                    <a:pt x="11259" y="1740395"/>
                  </a:lnTo>
                  <a:lnTo>
                    <a:pt x="0" y="16954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5200649" y="0"/>
                  </a:lnTo>
                  <a:lnTo>
                    <a:pt x="5210032" y="453"/>
                  </a:lnTo>
                  <a:lnTo>
                    <a:pt x="5219234" y="1812"/>
                  </a:lnTo>
                  <a:lnTo>
                    <a:pt x="5228257" y="4078"/>
                  </a:lnTo>
                  <a:lnTo>
                    <a:pt x="5237099" y="7250"/>
                  </a:lnTo>
                  <a:lnTo>
                    <a:pt x="5241919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701078"/>
                  </a:lnTo>
                  <a:lnTo>
                    <a:pt x="20845" y="1738395"/>
                  </a:lnTo>
                  <a:lnTo>
                    <a:pt x="52303" y="1769854"/>
                  </a:lnTo>
                  <a:lnTo>
                    <a:pt x="89621" y="1781174"/>
                  </a:lnTo>
                  <a:lnTo>
                    <a:pt x="5241918" y="1781174"/>
                  </a:lnTo>
                  <a:lnTo>
                    <a:pt x="5237099" y="1783449"/>
                  </a:lnTo>
                  <a:lnTo>
                    <a:pt x="5228257" y="1786621"/>
                  </a:lnTo>
                  <a:lnTo>
                    <a:pt x="5219235" y="1788887"/>
                  </a:lnTo>
                  <a:lnTo>
                    <a:pt x="5210032" y="1790246"/>
                  </a:lnTo>
                  <a:lnTo>
                    <a:pt x="5200649" y="1790699"/>
                  </a:lnTo>
                  <a:close/>
                </a:path>
                <a:path w="5295900" h="1790700">
                  <a:moveTo>
                    <a:pt x="5241918" y="1781174"/>
                  </a:moveTo>
                  <a:lnTo>
                    <a:pt x="5206278" y="1781174"/>
                  </a:lnTo>
                  <a:lnTo>
                    <a:pt x="5211852" y="1780625"/>
                  </a:lnTo>
                  <a:lnTo>
                    <a:pt x="5222893" y="1778429"/>
                  </a:lnTo>
                  <a:lnTo>
                    <a:pt x="5257285" y="1760046"/>
                  </a:lnTo>
                  <a:lnTo>
                    <a:pt x="5282002" y="1723054"/>
                  </a:lnTo>
                  <a:lnTo>
                    <a:pt x="5286374" y="1701078"/>
                  </a:lnTo>
                  <a:lnTo>
                    <a:pt x="5286374" y="89621"/>
                  </a:lnTo>
                  <a:lnTo>
                    <a:pt x="5275053" y="52303"/>
                  </a:lnTo>
                  <a:lnTo>
                    <a:pt x="5243594" y="20845"/>
                  </a:lnTo>
                  <a:lnTo>
                    <a:pt x="5206278" y="9524"/>
                  </a:lnTo>
                  <a:lnTo>
                    <a:pt x="5241919" y="9524"/>
                  </a:lnTo>
                  <a:lnTo>
                    <a:pt x="5274315" y="34853"/>
                  </a:lnTo>
                  <a:lnTo>
                    <a:pt x="5294086" y="76663"/>
                  </a:lnTo>
                  <a:lnTo>
                    <a:pt x="5295899" y="1695449"/>
                  </a:lnTo>
                  <a:lnTo>
                    <a:pt x="5295446" y="1704832"/>
                  </a:lnTo>
                  <a:lnTo>
                    <a:pt x="5279861" y="1748377"/>
                  </a:lnTo>
                  <a:lnTo>
                    <a:pt x="5245595" y="1779439"/>
                  </a:lnTo>
                  <a:lnTo>
                    <a:pt x="5241918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2024" y="1924048"/>
              <a:ext cx="2314575" cy="247650"/>
            </a:xfrm>
            <a:custGeom>
              <a:avLst/>
              <a:gdLst/>
              <a:ahLst/>
              <a:cxnLst/>
              <a:rect l="l" t="t" r="r" b="b"/>
              <a:pathLst>
                <a:path w="2314575" h="247650">
                  <a:moveTo>
                    <a:pt x="2267110" y="247645"/>
                  </a:moveTo>
                  <a:lnTo>
                    <a:pt x="47464" y="247645"/>
                  </a:lnTo>
                  <a:lnTo>
                    <a:pt x="44160" y="247319"/>
                  </a:lnTo>
                  <a:lnTo>
                    <a:pt x="10414" y="227841"/>
                  </a:lnTo>
                  <a:lnTo>
                    <a:pt x="0" y="200183"/>
                  </a:lnTo>
                  <a:lnTo>
                    <a:pt x="0" y="196848"/>
                  </a:lnTo>
                  <a:lnTo>
                    <a:pt x="0" y="47466"/>
                  </a:lnTo>
                  <a:lnTo>
                    <a:pt x="17237" y="12520"/>
                  </a:lnTo>
                  <a:lnTo>
                    <a:pt x="47464" y="0"/>
                  </a:lnTo>
                  <a:lnTo>
                    <a:pt x="2267110" y="0"/>
                  </a:lnTo>
                  <a:lnTo>
                    <a:pt x="2302054" y="17236"/>
                  </a:lnTo>
                  <a:lnTo>
                    <a:pt x="2314574" y="47466"/>
                  </a:lnTo>
                  <a:lnTo>
                    <a:pt x="2314574" y="200183"/>
                  </a:lnTo>
                  <a:lnTo>
                    <a:pt x="2297336" y="235125"/>
                  </a:lnTo>
                  <a:lnTo>
                    <a:pt x="2270413" y="247319"/>
                  </a:lnTo>
                  <a:lnTo>
                    <a:pt x="2267110" y="247645"/>
                  </a:lnTo>
                  <a:close/>
                </a:path>
              </a:pathLst>
            </a:custGeom>
            <a:solidFill>
              <a:srgbClr val="8B4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51547" y="2085862"/>
            <a:ext cx="4772660" cy="2052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NGÔI </a:t>
            </a:r>
            <a:r>
              <a:rPr sz="1200" b="1" spc="-55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THỨ </a:t>
            </a:r>
            <a:r>
              <a:rPr sz="1200" b="1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NHẤT</a:t>
            </a:r>
            <a:r>
              <a:rPr sz="1200" b="1" spc="5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1200" b="1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(NHÂN</a:t>
            </a:r>
            <a:r>
              <a:rPr sz="1200" b="1" spc="5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1200" b="1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VẬT </a:t>
            </a:r>
            <a:r>
              <a:rPr sz="1200" b="1" spc="-10" dirty="0">
                <a:solidFill>
                  <a:srgbClr val="FFFFFF"/>
                </a:solidFill>
                <a:latin typeface="+mn-lt"/>
                <a:cs typeface="Times New Roman" panose="02020603050405020304" pitchFamily="18" charset="0"/>
              </a:rPr>
              <a:t>"TÔI")</a:t>
            </a:r>
            <a:endParaRPr sz="1200" dirty="0">
              <a:latin typeface="+mn-lt"/>
              <a:cs typeface="Times New Roman" panose="02020603050405020304" pitchFamily="18" charset="0"/>
            </a:endParaRPr>
          </a:p>
          <a:p>
            <a:pPr marL="12700" marR="5080">
              <a:lnSpc>
                <a:spcPct val="114999"/>
              </a:lnSpc>
              <a:spcBef>
                <a:spcPts val="1005"/>
              </a:spcBef>
            </a:pPr>
            <a:r>
              <a:rPr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thuật.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"Tôi"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cuộc, vừa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người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người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(người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-63500">
              <a:lnSpc>
                <a:spcPct val="100000"/>
              </a:lnSpc>
              <a:buChar char="•"/>
              <a:tabLst>
                <a:tab pos="76200" algn="l"/>
              </a:tabLst>
            </a:pPr>
            <a:r>
              <a:rPr sz="1600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sz="1600" spc="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-63500">
              <a:lnSpc>
                <a:spcPct val="100000"/>
              </a:lnSpc>
              <a:spcBef>
                <a:spcPts val="540"/>
              </a:spcBef>
              <a:buChar char="•"/>
              <a:tabLst>
                <a:tab pos="76200" algn="l"/>
              </a:tabLst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Phơi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nỗi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hãi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3424" y="4055961"/>
            <a:ext cx="9239250" cy="409728"/>
          </a:xfrm>
          <a:prstGeom prst="rect">
            <a:avLst/>
          </a:prstGeom>
          <a:ln w="9524">
            <a:solidFill>
              <a:srgbClr val="C4A058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035"/>
              </a:spcBef>
            </a:pPr>
            <a:r>
              <a:rPr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hỏi: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6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không?</a:t>
            </a:r>
            <a:r>
              <a:rPr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em, </a:t>
            </a:r>
            <a:r>
              <a:rPr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7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3899" y="895348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PHÂN</a:t>
            </a:r>
            <a:r>
              <a:rPr spc="200" dirty="0"/>
              <a:t> </a:t>
            </a:r>
            <a:r>
              <a:rPr spc="215" dirty="0"/>
              <a:t>TÍCH:</a:t>
            </a:r>
            <a:r>
              <a:rPr spc="204" dirty="0"/>
              <a:t> </a:t>
            </a:r>
            <a:r>
              <a:rPr spc="275" dirty="0"/>
              <a:t>CÁCH</a:t>
            </a:r>
            <a:r>
              <a:rPr spc="204" dirty="0"/>
              <a:t> </a:t>
            </a:r>
            <a:r>
              <a:rPr spc="150" dirty="0"/>
              <a:t>ỨNG</a:t>
            </a:r>
            <a:r>
              <a:rPr spc="204" dirty="0"/>
              <a:t> </a:t>
            </a:r>
            <a:r>
              <a:rPr spc="70" dirty="0"/>
              <a:t>XỬ</a:t>
            </a:r>
            <a:r>
              <a:rPr spc="204" dirty="0"/>
              <a:t> </a:t>
            </a:r>
            <a:r>
              <a:rPr spc="245" dirty="0"/>
              <a:t>CỦA</a:t>
            </a:r>
            <a:r>
              <a:rPr spc="204" dirty="0"/>
              <a:t> </a:t>
            </a:r>
            <a:r>
              <a:rPr spc="235" dirty="0"/>
              <a:t>CON</a:t>
            </a:r>
            <a:r>
              <a:rPr spc="204" dirty="0"/>
              <a:t> </a:t>
            </a:r>
            <a:r>
              <a:rPr spc="100" dirty="0"/>
              <a:t>NGƯỜI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23899" y="1685924"/>
            <a:ext cx="9248775" cy="2092326"/>
            <a:chOff x="723899" y="1685924"/>
            <a:chExt cx="9248775" cy="1885950"/>
          </a:xfrm>
        </p:grpSpPr>
        <p:sp>
          <p:nvSpPr>
            <p:cNvPr id="6" name="object 6"/>
            <p:cNvSpPr/>
            <p:nvPr/>
          </p:nvSpPr>
          <p:spPr>
            <a:xfrm>
              <a:off x="723899" y="1685924"/>
              <a:ext cx="9248775" cy="1885950"/>
            </a:xfrm>
            <a:custGeom>
              <a:avLst/>
              <a:gdLst/>
              <a:ahLst/>
              <a:cxnLst/>
              <a:rect l="l" t="t" r="r" b="b"/>
              <a:pathLst>
                <a:path w="9248775" h="1885950">
                  <a:moveTo>
                    <a:pt x="9153524" y="1885949"/>
                  </a:moveTo>
                  <a:lnTo>
                    <a:pt x="95249" y="1885949"/>
                  </a:lnTo>
                  <a:lnTo>
                    <a:pt x="85866" y="1885496"/>
                  </a:lnTo>
                  <a:lnTo>
                    <a:pt x="42321" y="1869911"/>
                  </a:lnTo>
                  <a:lnTo>
                    <a:pt x="11259" y="1835645"/>
                  </a:lnTo>
                  <a:lnTo>
                    <a:pt x="0" y="17906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9153524" y="0"/>
                  </a:lnTo>
                  <a:lnTo>
                    <a:pt x="9198469" y="11259"/>
                  </a:lnTo>
                  <a:lnTo>
                    <a:pt x="9232735" y="42321"/>
                  </a:lnTo>
                  <a:lnTo>
                    <a:pt x="9248320" y="85866"/>
                  </a:lnTo>
                  <a:lnTo>
                    <a:pt x="9248774" y="95249"/>
                  </a:lnTo>
                  <a:lnTo>
                    <a:pt x="9248774" y="1790699"/>
                  </a:lnTo>
                  <a:lnTo>
                    <a:pt x="9237513" y="1835645"/>
                  </a:lnTo>
                  <a:lnTo>
                    <a:pt x="9206451" y="1869911"/>
                  </a:lnTo>
                  <a:lnTo>
                    <a:pt x="9162906" y="1885496"/>
                  </a:lnTo>
                  <a:lnTo>
                    <a:pt x="9153524" y="18859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85925"/>
              <a:ext cx="9248775" cy="1885950"/>
            </a:xfrm>
            <a:custGeom>
              <a:avLst/>
              <a:gdLst/>
              <a:ahLst/>
              <a:cxnLst/>
              <a:rect l="l" t="t" r="r" b="b"/>
              <a:pathLst>
                <a:path w="9248775" h="1885950">
                  <a:moveTo>
                    <a:pt x="9153524" y="1885949"/>
                  </a:moveTo>
                  <a:lnTo>
                    <a:pt x="95249" y="1885949"/>
                  </a:lnTo>
                  <a:lnTo>
                    <a:pt x="85866" y="1885496"/>
                  </a:lnTo>
                  <a:lnTo>
                    <a:pt x="42321" y="1869911"/>
                  </a:lnTo>
                  <a:lnTo>
                    <a:pt x="11259" y="1835645"/>
                  </a:lnTo>
                  <a:lnTo>
                    <a:pt x="0" y="17906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153524" y="0"/>
                  </a:lnTo>
                  <a:lnTo>
                    <a:pt x="9162907" y="453"/>
                  </a:lnTo>
                  <a:lnTo>
                    <a:pt x="9172109" y="1812"/>
                  </a:lnTo>
                  <a:lnTo>
                    <a:pt x="9181131" y="4078"/>
                  </a:lnTo>
                  <a:lnTo>
                    <a:pt x="9189973" y="7250"/>
                  </a:lnTo>
                  <a:lnTo>
                    <a:pt x="9194793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796328"/>
                  </a:lnTo>
                  <a:lnTo>
                    <a:pt x="20845" y="1833645"/>
                  </a:lnTo>
                  <a:lnTo>
                    <a:pt x="52303" y="1865104"/>
                  </a:lnTo>
                  <a:lnTo>
                    <a:pt x="89621" y="1876424"/>
                  </a:lnTo>
                  <a:lnTo>
                    <a:pt x="9194792" y="1876424"/>
                  </a:lnTo>
                  <a:lnTo>
                    <a:pt x="9189973" y="1878699"/>
                  </a:lnTo>
                  <a:lnTo>
                    <a:pt x="9181131" y="1881871"/>
                  </a:lnTo>
                  <a:lnTo>
                    <a:pt x="9172109" y="1884136"/>
                  </a:lnTo>
                  <a:lnTo>
                    <a:pt x="9162907" y="1885496"/>
                  </a:lnTo>
                  <a:lnTo>
                    <a:pt x="9153524" y="1885949"/>
                  </a:lnTo>
                  <a:close/>
                </a:path>
                <a:path w="9248775" h="1885950">
                  <a:moveTo>
                    <a:pt x="9194792" y="1876424"/>
                  </a:moveTo>
                  <a:lnTo>
                    <a:pt x="9159153" y="1876424"/>
                  </a:lnTo>
                  <a:lnTo>
                    <a:pt x="9164727" y="1875875"/>
                  </a:lnTo>
                  <a:lnTo>
                    <a:pt x="9175768" y="1873679"/>
                  </a:lnTo>
                  <a:lnTo>
                    <a:pt x="9210160" y="1855296"/>
                  </a:lnTo>
                  <a:lnTo>
                    <a:pt x="9234877" y="1818304"/>
                  </a:lnTo>
                  <a:lnTo>
                    <a:pt x="9239249" y="1796328"/>
                  </a:lnTo>
                  <a:lnTo>
                    <a:pt x="9239249" y="89621"/>
                  </a:lnTo>
                  <a:lnTo>
                    <a:pt x="9227927" y="52303"/>
                  </a:lnTo>
                  <a:lnTo>
                    <a:pt x="9196469" y="20845"/>
                  </a:lnTo>
                  <a:lnTo>
                    <a:pt x="9159153" y="9524"/>
                  </a:lnTo>
                  <a:lnTo>
                    <a:pt x="9194793" y="9524"/>
                  </a:lnTo>
                  <a:lnTo>
                    <a:pt x="9227190" y="34853"/>
                  </a:lnTo>
                  <a:lnTo>
                    <a:pt x="9246961" y="76663"/>
                  </a:lnTo>
                  <a:lnTo>
                    <a:pt x="9248774" y="1790699"/>
                  </a:lnTo>
                  <a:lnTo>
                    <a:pt x="9248321" y="1800082"/>
                  </a:lnTo>
                  <a:lnTo>
                    <a:pt x="9232735" y="1843627"/>
                  </a:lnTo>
                  <a:lnTo>
                    <a:pt x="9198469" y="1874689"/>
                  </a:lnTo>
                  <a:lnTo>
                    <a:pt x="9194792" y="18764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2012" y="2800349"/>
              <a:ext cx="8772525" cy="533400"/>
            </a:xfrm>
            <a:custGeom>
              <a:avLst/>
              <a:gdLst/>
              <a:ahLst/>
              <a:cxnLst/>
              <a:rect l="l" t="t" r="r" b="b"/>
              <a:pathLst>
                <a:path w="8772525" h="533400">
                  <a:moveTo>
                    <a:pt x="4305300" y="33045"/>
                  </a:moveTo>
                  <a:lnTo>
                    <a:pt x="4277118" y="977"/>
                  </a:lnTo>
                  <a:lnTo>
                    <a:pt x="4272254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45"/>
                  </a:lnTo>
                  <a:lnTo>
                    <a:pt x="0" y="495300"/>
                  </a:lnTo>
                  <a:lnTo>
                    <a:pt x="0" y="500354"/>
                  </a:lnTo>
                  <a:lnTo>
                    <a:pt x="28194" y="532434"/>
                  </a:lnTo>
                  <a:lnTo>
                    <a:pt x="33058" y="533400"/>
                  </a:lnTo>
                  <a:lnTo>
                    <a:pt x="4272254" y="533400"/>
                  </a:lnTo>
                  <a:lnTo>
                    <a:pt x="4304335" y="505206"/>
                  </a:lnTo>
                  <a:lnTo>
                    <a:pt x="4305300" y="500354"/>
                  </a:lnTo>
                  <a:lnTo>
                    <a:pt x="4305300" y="33045"/>
                  </a:lnTo>
                  <a:close/>
                </a:path>
                <a:path w="8772525" h="533400">
                  <a:moveTo>
                    <a:pt x="8772525" y="33045"/>
                  </a:moveTo>
                  <a:lnTo>
                    <a:pt x="8744344" y="977"/>
                  </a:lnTo>
                  <a:lnTo>
                    <a:pt x="8739480" y="0"/>
                  </a:lnTo>
                  <a:lnTo>
                    <a:pt x="4490758" y="0"/>
                  </a:lnTo>
                  <a:lnTo>
                    <a:pt x="4458678" y="28194"/>
                  </a:lnTo>
                  <a:lnTo>
                    <a:pt x="4457700" y="33045"/>
                  </a:lnTo>
                  <a:lnTo>
                    <a:pt x="4457700" y="495300"/>
                  </a:lnTo>
                  <a:lnTo>
                    <a:pt x="4457700" y="500354"/>
                  </a:lnTo>
                  <a:lnTo>
                    <a:pt x="4485894" y="532434"/>
                  </a:lnTo>
                  <a:lnTo>
                    <a:pt x="4490758" y="533400"/>
                  </a:lnTo>
                  <a:lnTo>
                    <a:pt x="8739480" y="533400"/>
                  </a:lnTo>
                  <a:lnTo>
                    <a:pt x="8771560" y="505206"/>
                  </a:lnTo>
                  <a:lnTo>
                    <a:pt x="8772525" y="500354"/>
                  </a:lnTo>
                  <a:lnTo>
                    <a:pt x="8772525" y="33045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5306" y="1784918"/>
            <a:ext cx="8643620" cy="1572866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600" b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sz="1600" b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 </a:t>
            </a:r>
            <a:r>
              <a:rPr sz="1600" b="1" spc="-1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b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sz="1600" b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đoan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765"/>
              </a:spcBef>
            </a:pP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cháu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"xâm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phạm"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mình,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quên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sz="1600" spc="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050" dirty="0">
              <a:latin typeface="Microsoft Sans Serif"/>
              <a:cs typeface="Microsoft Sans Serif"/>
            </a:endParaRPr>
          </a:p>
          <a:p>
            <a:pPr marL="127000" marR="688340">
              <a:lnSpc>
                <a:spcPts val="1200"/>
              </a:lnSpc>
              <a:tabLst>
                <a:tab pos="4590415" algn="l"/>
              </a:tabLst>
            </a:pPr>
            <a:r>
              <a:rPr sz="1000" i="1" spc="-6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"Hành</a:t>
            </a:r>
            <a:r>
              <a:rPr sz="1000" i="1" spc="-10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90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100" i="1" dirty="0">
                <a:solidFill>
                  <a:srgbClr val="DFE2DA"/>
                </a:solidFill>
                <a:latin typeface="Arial"/>
                <a:cs typeface="Arial"/>
              </a:rPr>
              <a:t>ộ</a:t>
            </a:r>
            <a:r>
              <a:rPr sz="1000" i="1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ng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90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100" i="1" dirty="0">
                <a:solidFill>
                  <a:srgbClr val="DFE2DA"/>
                </a:solidFill>
                <a:latin typeface="Arial"/>
                <a:cs typeface="Arial"/>
              </a:rPr>
              <a:t>ố</a:t>
            </a:r>
            <a:r>
              <a:rPr sz="1000" i="1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nhà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6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là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bi</a:t>
            </a:r>
            <a:r>
              <a:rPr sz="1100" i="1" spc="-50" dirty="0">
                <a:solidFill>
                  <a:srgbClr val="DFE2DA"/>
                </a:solidFill>
                <a:latin typeface="Arial"/>
                <a:cs typeface="Arial"/>
              </a:rPr>
              <a:t>ể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u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</a:t>
            </a:r>
            <a:r>
              <a:rPr sz="900" i="1" spc="-40" dirty="0">
                <a:solidFill>
                  <a:srgbClr val="DFE2DA"/>
                </a:solidFill>
                <a:latin typeface="Arial"/>
                <a:cs typeface="Arial"/>
              </a:rPr>
              <a:t>ư</a:t>
            </a:r>
            <a:r>
              <a:rPr sz="1100" i="1" spc="-40" dirty="0">
                <a:solidFill>
                  <a:srgbClr val="DFE2DA"/>
                </a:solidFill>
                <a:latin typeface="Arial"/>
                <a:cs typeface="Arial"/>
              </a:rPr>
              <a:t>ợ</a:t>
            </a:r>
            <a:r>
              <a:rPr sz="1000" i="1" spc="-4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ng</a:t>
            </a:r>
            <a:r>
              <a:rPr sz="1000" i="1" spc="-10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ủ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a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10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s</a:t>
            </a:r>
            <a:r>
              <a:rPr sz="1100" i="1" spc="-100" dirty="0">
                <a:solidFill>
                  <a:srgbClr val="DFE2DA"/>
                </a:solidFill>
                <a:latin typeface="Arial"/>
                <a:cs typeface="Arial"/>
              </a:rPr>
              <a:t>ự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b</a:t>
            </a:r>
            <a:r>
              <a:rPr sz="1100" i="1" spc="-50" dirty="0">
                <a:solidFill>
                  <a:srgbClr val="DFE2DA"/>
                </a:solidFill>
                <a:latin typeface="Arial"/>
                <a:cs typeface="Arial"/>
              </a:rPr>
              <a:t>ế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</a:t>
            </a:r>
            <a:r>
              <a:rPr sz="1100" i="1" spc="-50" dirty="0">
                <a:solidFill>
                  <a:srgbClr val="DFE2DA"/>
                </a:solidFill>
                <a:latin typeface="Arial"/>
                <a:cs typeface="Arial"/>
              </a:rPr>
              <a:t>ắ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</a:t>
            </a:r>
            <a:r>
              <a:rPr sz="1100" i="1" spc="-55" dirty="0">
                <a:solidFill>
                  <a:srgbClr val="DFE2DA"/>
                </a:solidFill>
                <a:latin typeface="Arial"/>
                <a:cs typeface="Arial"/>
              </a:rPr>
              <a:t>ậ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3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cùng</a:t>
            </a:r>
            <a:r>
              <a:rPr sz="1000" i="1" spc="-10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12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-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tiêu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di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ệ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2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k</a:t>
            </a:r>
            <a:r>
              <a:rPr sz="1100" i="1" spc="-25" dirty="0">
                <a:solidFill>
                  <a:srgbClr val="DFE2DA"/>
                </a:solidFill>
                <a:latin typeface="Arial"/>
                <a:cs typeface="Arial"/>
              </a:rPr>
              <a:t>ẻ</a:t>
            </a:r>
            <a:r>
              <a:rPr sz="1100" i="1" dirty="0">
                <a:solidFill>
                  <a:srgbClr val="DFE2DA"/>
                </a:solidFill>
                <a:latin typeface="Arial"/>
                <a:cs typeface="Arial"/>
              </a:rPr>
              <a:t>	</a:t>
            </a:r>
            <a:r>
              <a:rPr sz="1000" i="1" spc="-12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"S</a:t>
            </a:r>
            <a:r>
              <a:rPr sz="1100" i="1" spc="-125" dirty="0">
                <a:solidFill>
                  <a:srgbClr val="DFE2DA"/>
                </a:solidFill>
                <a:latin typeface="Arial"/>
                <a:cs typeface="Arial"/>
              </a:rPr>
              <a:t>ự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kiêu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ng</a:t>
            </a:r>
            <a:r>
              <a:rPr sz="1100" i="1" spc="-50" dirty="0">
                <a:solidFill>
                  <a:srgbClr val="DFE2DA"/>
                </a:solidFill>
                <a:latin typeface="Arial"/>
                <a:cs typeface="Arial"/>
              </a:rPr>
              <a:t>ạ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o</a:t>
            </a:r>
            <a:r>
              <a:rPr sz="1000" i="1" spc="-9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ủ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a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con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ng</a:t>
            </a:r>
            <a:r>
              <a:rPr sz="900" i="1" spc="-40" dirty="0">
                <a:solidFill>
                  <a:srgbClr val="DFE2DA"/>
                </a:solidFill>
                <a:latin typeface="Arial"/>
                <a:cs typeface="Arial"/>
              </a:rPr>
              <a:t>ư</a:t>
            </a:r>
            <a:r>
              <a:rPr sz="1100" i="1" spc="-40" dirty="0">
                <a:solidFill>
                  <a:srgbClr val="DFE2DA"/>
                </a:solidFill>
                <a:latin typeface="Arial"/>
                <a:cs typeface="Arial"/>
              </a:rPr>
              <a:t>ờ</a:t>
            </a:r>
            <a:r>
              <a:rPr sz="1000" i="1" spc="-4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i</a:t>
            </a:r>
            <a:r>
              <a:rPr sz="1000" i="1" spc="-9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d</a:t>
            </a:r>
            <a:r>
              <a:rPr sz="1100" i="1" spc="-55" dirty="0">
                <a:solidFill>
                  <a:srgbClr val="DFE2DA"/>
                </a:solidFill>
                <a:latin typeface="Arial"/>
                <a:cs typeface="Arial"/>
              </a:rPr>
              <a:t>ẫ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90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100" i="1" dirty="0">
                <a:solidFill>
                  <a:srgbClr val="DFE2DA"/>
                </a:solidFill>
                <a:latin typeface="Arial"/>
                <a:cs typeface="Arial"/>
              </a:rPr>
              <a:t>ế</a:t>
            </a:r>
            <a:r>
              <a:rPr sz="1000" i="1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</a:t>
            </a:r>
            <a:r>
              <a:rPr sz="1000" i="1" spc="-9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th</a:t>
            </a:r>
            <a:r>
              <a:rPr sz="1100" i="1" spc="-50" dirty="0">
                <a:solidFill>
                  <a:srgbClr val="DFE2DA"/>
                </a:solidFill>
                <a:latin typeface="Arial"/>
                <a:cs typeface="Arial"/>
              </a:rPr>
              <a:t>ả</a:t>
            </a:r>
            <a:r>
              <a:rPr sz="1000" i="1" spc="-5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m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3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k</a:t>
            </a:r>
            <a:r>
              <a:rPr sz="1100" i="1" spc="-35" dirty="0">
                <a:solidFill>
                  <a:srgbClr val="DFE2DA"/>
                </a:solidFill>
                <a:latin typeface="Arial"/>
                <a:cs typeface="Arial"/>
              </a:rPr>
              <a:t>ị</a:t>
            </a:r>
            <a:r>
              <a:rPr sz="1000" i="1" spc="-3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ch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tr</a:t>
            </a:r>
            <a:r>
              <a:rPr sz="1100" i="1" spc="-55" dirty="0">
                <a:solidFill>
                  <a:srgbClr val="DFE2DA"/>
                </a:solidFill>
                <a:latin typeface="Arial"/>
                <a:cs typeface="Arial"/>
              </a:rPr>
              <a:t>ắ</a:t>
            </a:r>
            <a:r>
              <a:rPr sz="1000" i="1" spc="-5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ng</a:t>
            </a:r>
            <a:r>
              <a:rPr sz="1000" i="1" spc="-9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10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tay." </a:t>
            </a:r>
            <a:r>
              <a:rPr sz="1000" i="1" spc="-4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thù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b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ằ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ng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cách</a:t>
            </a:r>
            <a:r>
              <a:rPr sz="1000" i="1" spc="-9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tiêu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di</a:t>
            </a:r>
            <a:r>
              <a:rPr sz="1100" i="1" spc="-45" dirty="0">
                <a:solidFill>
                  <a:srgbClr val="DFE2DA"/>
                </a:solidFill>
                <a:latin typeface="Arial"/>
                <a:cs typeface="Arial"/>
              </a:rPr>
              <a:t>ệ</a:t>
            </a:r>
            <a:r>
              <a:rPr sz="1000" i="1" spc="-4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t</a:t>
            </a:r>
            <a:r>
              <a:rPr sz="1000" i="1" spc="-9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4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chính</a:t>
            </a:r>
            <a:r>
              <a:rPr sz="1000" i="1" spc="-95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 </a:t>
            </a:r>
            <a:r>
              <a:rPr sz="1000" i="1" spc="-10" dirty="0">
                <a:solidFill>
                  <a:srgbClr val="DFE2DA"/>
                </a:solidFill>
                <a:latin typeface="Verdana"/>
                <a:cs typeface="Times New Roman" panose="02020603050405020304" pitchFamily="18" charset="0"/>
              </a:rPr>
              <a:t>mình."</a:t>
            </a:r>
            <a:endParaRPr sz="1000" dirty="0">
              <a:latin typeface="Verdan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662" y="3271837"/>
            <a:ext cx="9239250" cy="738664"/>
          </a:xfrm>
          <a:prstGeom prst="rect">
            <a:avLst/>
          </a:prstGeom>
          <a:ln w="9524">
            <a:solidFill>
              <a:srgbClr val="C4A058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960"/>
              </a:spcBef>
            </a:pPr>
            <a:r>
              <a:rPr sz="2000"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20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hỏi: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7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8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4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sz="20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sz="2000" i="1" spc="-1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6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2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tràn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 </a:t>
            </a:r>
            <a:r>
              <a:rPr sz="2000" i="1" spc="-7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4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giấc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ngủ</a:t>
            </a:r>
            <a:r>
              <a:rPr sz="2000" i="1" spc="-2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4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6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mùng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8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3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65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sz="2000" i="1" spc="-13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solidFill>
                  <a:srgbClr val="D0D5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3899" y="895347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BIỂU</a:t>
            </a:r>
            <a:r>
              <a:rPr spc="204" dirty="0"/>
              <a:t> </a:t>
            </a:r>
            <a:r>
              <a:rPr spc="114" dirty="0"/>
              <a:t>TƯỢNG:</a:t>
            </a:r>
            <a:r>
              <a:rPr spc="210" dirty="0"/>
              <a:t> </a:t>
            </a:r>
            <a:r>
              <a:rPr spc="305" dirty="0"/>
              <a:t>HÌNH</a:t>
            </a:r>
            <a:r>
              <a:rPr spc="204" dirty="0"/>
              <a:t> </a:t>
            </a:r>
            <a:r>
              <a:rPr spc="125" dirty="0"/>
              <a:t>TƯỢNG</a:t>
            </a:r>
            <a:r>
              <a:rPr spc="210" dirty="0"/>
              <a:t> </a:t>
            </a:r>
            <a:r>
              <a:rPr spc="190" dirty="0"/>
              <a:t>LOÀI</a:t>
            </a:r>
            <a:r>
              <a:rPr spc="204" dirty="0"/>
              <a:t> </a:t>
            </a:r>
            <a:r>
              <a:rPr spc="245" dirty="0"/>
              <a:t>KIẾN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23899" y="1685925"/>
            <a:ext cx="4505325" cy="1352550"/>
            <a:chOff x="723899" y="1685925"/>
            <a:chExt cx="4505325" cy="1352550"/>
          </a:xfrm>
        </p:grpSpPr>
        <p:sp>
          <p:nvSpPr>
            <p:cNvPr id="6" name="object 6"/>
            <p:cNvSpPr/>
            <p:nvPr/>
          </p:nvSpPr>
          <p:spPr>
            <a:xfrm>
              <a:off x="723899" y="1685925"/>
              <a:ext cx="4505325" cy="1352550"/>
            </a:xfrm>
            <a:custGeom>
              <a:avLst/>
              <a:gdLst/>
              <a:ahLst/>
              <a:cxnLst/>
              <a:rect l="l" t="t" r="r" b="b"/>
              <a:pathLst>
                <a:path w="4505325" h="1352550">
                  <a:moveTo>
                    <a:pt x="4410074" y="1352549"/>
                  </a:moveTo>
                  <a:lnTo>
                    <a:pt x="95249" y="1352549"/>
                  </a:lnTo>
                  <a:lnTo>
                    <a:pt x="85866" y="1352096"/>
                  </a:lnTo>
                  <a:lnTo>
                    <a:pt x="42321" y="1336511"/>
                  </a:lnTo>
                  <a:lnTo>
                    <a:pt x="11259" y="1302245"/>
                  </a:lnTo>
                  <a:lnTo>
                    <a:pt x="0" y="1257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410074" y="0"/>
                  </a:lnTo>
                  <a:lnTo>
                    <a:pt x="4455019" y="11259"/>
                  </a:lnTo>
                  <a:lnTo>
                    <a:pt x="4489286" y="42321"/>
                  </a:lnTo>
                  <a:lnTo>
                    <a:pt x="4504871" y="85866"/>
                  </a:lnTo>
                  <a:lnTo>
                    <a:pt x="4505324" y="95249"/>
                  </a:lnTo>
                  <a:lnTo>
                    <a:pt x="4505324" y="1257299"/>
                  </a:lnTo>
                  <a:lnTo>
                    <a:pt x="4494063" y="1302245"/>
                  </a:lnTo>
                  <a:lnTo>
                    <a:pt x="4463001" y="1336511"/>
                  </a:lnTo>
                  <a:lnTo>
                    <a:pt x="4419457" y="1352096"/>
                  </a:lnTo>
                  <a:lnTo>
                    <a:pt x="4410074" y="1352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85925"/>
              <a:ext cx="4505325" cy="1352550"/>
            </a:xfrm>
            <a:custGeom>
              <a:avLst/>
              <a:gdLst/>
              <a:ahLst/>
              <a:cxnLst/>
              <a:rect l="l" t="t" r="r" b="b"/>
              <a:pathLst>
                <a:path w="4505325" h="1352550">
                  <a:moveTo>
                    <a:pt x="4410074" y="1352549"/>
                  </a:moveTo>
                  <a:lnTo>
                    <a:pt x="95249" y="1352549"/>
                  </a:lnTo>
                  <a:lnTo>
                    <a:pt x="85866" y="1352096"/>
                  </a:lnTo>
                  <a:lnTo>
                    <a:pt x="42321" y="1336511"/>
                  </a:lnTo>
                  <a:lnTo>
                    <a:pt x="11259" y="1302245"/>
                  </a:lnTo>
                  <a:lnTo>
                    <a:pt x="0" y="1257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410074" y="0"/>
                  </a:lnTo>
                  <a:lnTo>
                    <a:pt x="4419457" y="453"/>
                  </a:lnTo>
                  <a:lnTo>
                    <a:pt x="4428660" y="1812"/>
                  </a:lnTo>
                  <a:lnTo>
                    <a:pt x="4437682" y="4078"/>
                  </a:lnTo>
                  <a:lnTo>
                    <a:pt x="4446524" y="7250"/>
                  </a:lnTo>
                  <a:lnTo>
                    <a:pt x="445134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262928"/>
                  </a:lnTo>
                  <a:lnTo>
                    <a:pt x="20845" y="1300245"/>
                  </a:lnTo>
                  <a:lnTo>
                    <a:pt x="52303" y="1331704"/>
                  </a:lnTo>
                  <a:lnTo>
                    <a:pt x="89621" y="1343024"/>
                  </a:lnTo>
                  <a:lnTo>
                    <a:pt x="4451342" y="1343024"/>
                  </a:lnTo>
                  <a:lnTo>
                    <a:pt x="4446524" y="1345298"/>
                  </a:lnTo>
                  <a:lnTo>
                    <a:pt x="4437682" y="1348471"/>
                  </a:lnTo>
                  <a:lnTo>
                    <a:pt x="4428660" y="1350737"/>
                  </a:lnTo>
                  <a:lnTo>
                    <a:pt x="4419457" y="1352096"/>
                  </a:lnTo>
                  <a:lnTo>
                    <a:pt x="4410074" y="1352549"/>
                  </a:lnTo>
                  <a:close/>
                </a:path>
                <a:path w="4505325" h="1352550">
                  <a:moveTo>
                    <a:pt x="4451342" y="1343024"/>
                  </a:moveTo>
                  <a:lnTo>
                    <a:pt x="4415703" y="1343024"/>
                  </a:lnTo>
                  <a:lnTo>
                    <a:pt x="4421277" y="1342475"/>
                  </a:lnTo>
                  <a:lnTo>
                    <a:pt x="4432318" y="1340279"/>
                  </a:lnTo>
                  <a:lnTo>
                    <a:pt x="4466710" y="1321896"/>
                  </a:lnTo>
                  <a:lnTo>
                    <a:pt x="4491428" y="1284904"/>
                  </a:lnTo>
                  <a:lnTo>
                    <a:pt x="4495799" y="1262928"/>
                  </a:lnTo>
                  <a:lnTo>
                    <a:pt x="4495799" y="89621"/>
                  </a:lnTo>
                  <a:lnTo>
                    <a:pt x="4484478" y="52303"/>
                  </a:lnTo>
                  <a:lnTo>
                    <a:pt x="4453020" y="20845"/>
                  </a:lnTo>
                  <a:lnTo>
                    <a:pt x="4415703" y="9524"/>
                  </a:lnTo>
                  <a:lnTo>
                    <a:pt x="4451344" y="9524"/>
                  </a:lnTo>
                  <a:lnTo>
                    <a:pt x="4483740" y="34853"/>
                  </a:lnTo>
                  <a:lnTo>
                    <a:pt x="4503511" y="76663"/>
                  </a:lnTo>
                  <a:lnTo>
                    <a:pt x="4505324" y="1257299"/>
                  </a:lnTo>
                  <a:lnTo>
                    <a:pt x="4504871" y="1266682"/>
                  </a:lnTo>
                  <a:lnTo>
                    <a:pt x="4489286" y="1310227"/>
                  </a:lnTo>
                  <a:lnTo>
                    <a:pt x="4455020" y="1341289"/>
                  </a:lnTo>
                  <a:lnTo>
                    <a:pt x="4451342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5306" y="1848366"/>
            <a:ext cx="3973195" cy="117019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00" b="1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sz="1600" b="1" spc="9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8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sz="1600" b="1" spc="10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1600" b="1" spc="10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00" b="1" spc="10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mờ</a:t>
            </a:r>
            <a:r>
              <a:rPr sz="1600" b="1" spc="9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685"/>
              </a:spcBef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xuất hiện đơn 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chảy,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 khổng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lồ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chặn.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kiên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-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600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57824" y="1685925"/>
            <a:ext cx="4514850" cy="1352550"/>
            <a:chOff x="5457824" y="1685925"/>
            <a:chExt cx="4514850" cy="1352550"/>
          </a:xfrm>
        </p:grpSpPr>
        <p:sp>
          <p:nvSpPr>
            <p:cNvPr id="10" name="object 10"/>
            <p:cNvSpPr/>
            <p:nvPr/>
          </p:nvSpPr>
          <p:spPr>
            <a:xfrm>
              <a:off x="5457824" y="1685925"/>
              <a:ext cx="4514850" cy="1352550"/>
            </a:xfrm>
            <a:custGeom>
              <a:avLst/>
              <a:gdLst/>
              <a:ahLst/>
              <a:cxnLst/>
              <a:rect l="l" t="t" r="r" b="b"/>
              <a:pathLst>
                <a:path w="4514850" h="1352550">
                  <a:moveTo>
                    <a:pt x="4419599" y="1352549"/>
                  </a:moveTo>
                  <a:lnTo>
                    <a:pt x="95249" y="1352549"/>
                  </a:lnTo>
                  <a:lnTo>
                    <a:pt x="85866" y="1352096"/>
                  </a:lnTo>
                  <a:lnTo>
                    <a:pt x="42321" y="1336511"/>
                  </a:lnTo>
                  <a:lnTo>
                    <a:pt x="11259" y="1302245"/>
                  </a:lnTo>
                  <a:lnTo>
                    <a:pt x="0" y="1257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419599" y="0"/>
                  </a:lnTo>
                  <a:lnTo>
                    <a:pt x="4464544" y="11259"/>
                  </a:lnTo>
                  <a:lnTo>
                    <a:pt x="4498810" y="42321"/>
                  </a:lnTo>
                  <a:lnTo>
                    <a:pt x="4514396" y="85866"/>
                  </a:lnTo>
                  <a:lnTo>
                    <a:pt x="4514849" y="95249"/>
                  </a:lnTo>
                  <a:lnTo>
                    <a:pt x="4514849" y="1257299"/>
                  </a:lnTo>
                  <a:lnTo>
                    <a:pt x="4503588" y="1302245"/>
                  </a:lnTo>
                  <a:lnTo>
                    <a:pt x="4472526" y="1336511"/>
                  </a:lnTo>
                  <a:lnTo>
                    <a:pt x="4428982" y="1352096"/>
                  </a:lnTo>
                  <a:lnTo>
                    <a:pt x="4419599" y="13525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57824" y="1685925"/>
              <a:ext cx="4514850" cy="1352550"/>
            </a:xfrm>
            <a:custGeom>
              <a:avLst/>
              <a:gdLst/>
              <a:ahLst/>
              <a:cxnLst/>
              <a:rect l="l" t="t" r="r" b="b"/>
              <a:pathLst>
                <a:path w="4514850" h="1352550">
                  <a:moveTo>
                    <a:pt x="4419599" y="1352549"/>
                  </a:moveTo>
                  <a:lnTo>
                    <a:pt x="95249" y="1352549"/>
                  </a:lnTo>
                  <a:lnTo>
                    <a:pt x="85866" y="1352096"/>
                  </a:lnTo>
                  <a:lnTo>
                    <a:pt x="42321" y="1336511"/>
                  </a:lnTo>
                  <a:lnTo>
                    <a:pt x="11259" y="1302245"/>
                  </a:lnTo>
                  <a:lnTo>
                    <a:pt x="0" y="12572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419599" y="0"/>
                  </a:lnTo>
                  <a:lnTo>
                    <a:pt x="4428982" y="453"/>
                  </a:lnTo>
                  <a:lnTo>
                    <a:pt x="4438184" y="1812"/>
                  </a:lnTo>
                  <a:lnTo>
                    <a:pt x="4447206" y="4078"/>
                  </a:lnTo>
                  <a:lnTo>
                    <a:pt x="4456048" y="7250"/>
                  </a:lnTo>
                  <a:lnTo>
                    <a:pt x="4460868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262928"/>
                  </a:lnTo>
                  <a:lnTo>
                    <a:pt x="20844" y="1300245"/>
                  </a:lnTo>
                  <a:lnTo>
                    <a:pt x="52303" y="1331704"/>
                  </a:lnTo>
                  <a:lnTo>
                    <a:pt x="89621" y="1343024"/>
                  </a:lnTo>
                  <a:lnTo>
                    <a:pt x="4460867" y="1343024"/>
                  </a:lnTo>
                  <a:lnTo>
                    <a:pt x="4456048" y="1345298"/>
                  </a:lnTo>
                  <a:lnTo>
                    <a:pt x="4447206" y="1348471"/>
                  </a:lnTo>
                  <a:lnTo>
                    <a:pt x="4438184" y="1350737"/>
                  </a:lnTo>
                  <a:lnTo>
                    <a:pt x="4428982" y="1352096"/>
                  </a:lnTo>
                  <a:lnTo>
                    <a:pt x="4419599" y="1352549"/>
                  </a:lnTo>
                  <a:close/>
                </a:path>
                <a:path w="4514850" h="1352550">
                  <a:moveTo>
                    <a:pt x="4460867" y="1343024"/>
                  </a:moveTo>
                  <a:lnTo>
                    <a:pt x="4425228" y="1343024"/>
                  </a:lnTo>
                  <a:lnTo>
                    <a:pt x="4430803" y="1342475"/>
                  </a:lnTo>
                  <a:lnTo>
                    <a:pt x="4441844" y="1340279"/>
                  </a:lnTo>
                  <a:lnTo>
                    <a:pt x="4476235" y="1321896"/>
                  </a:lnTo>
                  <a:lnTo>
                    <a:pt x="4500952" y="1284904"/>
                  </a:lnTo>
                  <a:lnTo>
                    <a:pt x="4505325" y="1262928"/>
                  </a:lnTo>
                  <a:lnTo>
                    <a:pt x="4505325" y="89621"/>
                  </a:lnTo>
                  <a:lnTo>
                    <a:pt x="4494004" y="52303"/>
                  </a:lnTo>
                  <a:lnTo>
                    <a:pt x="4462545" y="20845"/>
                  </a:lnTo>
                  <a:lnTo>
                    <a:pt x="4425228" y="9524"/>
                  </a:lnTo>
                  <a:lnTo>
                    <a:pt x="4460868" y="9524"/>
                  </a:lnTo>
                  <a:lnTo>
                    <a:pt x="4493265" y="34853"/>
                  </a:lnTo>
                  <a:lnTo>
                    <a:pt x="4513036" y="76663"/>
                  </a:lnTo>
                  <a:lnTo>
                    <a:pt x="4514849" y="1257299"/>
                  </a:lnTo>
                  <a:lnTo>
                    <a:pt x="4514396" y="1266682"/>
                  </a:lnTo>
                  <a:lnTo>
                    <a:pt x="4498810" y="1310227"/>
                  </a:lnTo>
                  <a:lnTo>
                    <a:pt x="4464544" y="1341289"/>
                  </a:lnTo>
                  <a:lnTo>
                    <a:pt x="4460867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85630" y="1848366"/>
            <a:ext cx="4233070" cy="117019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00" b="1" spc="8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1600" b="1" spc="8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điệp</a:t>
            </a:r>
            <a:r>
              <a:rPr sz="1600" b="1" spc="8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sz="1600" b="1" spc="90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25" dirty="0">
                <a:solidFill>
                  <a:srgbClr val="C4A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685"/>
              </a:spcBef>
            </a:pPr>
            <a:r>
              <a:rPr sz="1600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đòi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gian.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tàn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rừng.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8662" y="4224334"/>
            <a:ext cx="4533900" cy="466725"/>
          </a:xfrm>
          <a:custGeom>
            <a:avLst/>
            <a:gdLst/>
            <a:ahLst/>
            <a:cxnLst/>
            <a:rect l="l" t="t" r="r" b="b"/>
            <a:pathLst>
              <a:path w="4533900" h="466725">
                <a:moveTo>
                  <a:pt x="0" y="433387"/>
                </a:moveTo>
                <a:lnTo>
                  <a:pt x="0" y="33337"/>
                </a:lnTo>
                <a:lnTo>
                  <a:pt x="0" y="28914"/>
                </a:lnTo>
                <a:lnTo>
                  <a:pt x="845" y="24659"/>
                </a:lnTo>
                <a:lnTo>
                  <a:pt x="2537" y="20571"/>
                </a:lnTo>
                <a:lnTo>
                  <a:pt x="4229" y="16487"/>
                </a:lnTo>
                <a:lnTo>
                  <a:pt x="6638" y="12882"/>
                </a:lnTo>
                <a:lnTo>
                  <a:pt x="9764" y="9762"/>
                </a:lnTo>
                <a:lnTo>
                  <a:pt x="12890" y="6632"/>
                </a:lnTo>
                <a:lnTo>
                  <a:pt x="16495" y="4223"/>
                </a:lnTo>
                <a:lnTo>
                  <a:pt x="20579" y="2534"/>
                </a:lnTo>
                <a:lnTo>
                  <a:pt x="24664" y="846"/>
                </a:lnTo>
                <a:lnTo>
                  <a:pt x="28916" y="0"/>
                </a:lnTo>
                <a:lnTo>
                  <a:pt x="33337" y="0"/>
                </a:lnTo>
                <a:lnTo>
                  <a:pt x="4500562" y="0"/>
                </a:lnTo>
                <a:lnTo>
                  <a:pt x="4504982" y="0"/>
                </a:lnTo>
                <a:lnTo>
                  <a:pt x="4509234" y="846"/>
                </a:lnTo>
                <a:lnTo>
                  <a:pt x="4513318" y="2534"/>
                </a:lnTo>
                <a:lnTo>
                  <a:pt x="4517403" y="4223"/>
                </a:lnTo>
                <a:lnTo>
                  <a:pt x="4521008" y="6632"/>
                </a:lnTo>
                <a:lnTo>
                  <a:pt x="4524135" y="9762"/>
                </a:lnTo>
                <a:lnTo>
                  <a:pt x="4527261" y="12882"/>
                </a:lnTo>
                <a:lnTo>
                  <a:pt x="4529669" y="16487"/>
                </a:lnTo>
                <a:lnTo>
                  <a:pt x="4531361" y="20571"/>
                </a:lnTo>
                <a:lnTo>
                  <a:pt x="4533053" y="24659"/>
                </a:lnTo>
                <a:lnTo>
                  <a:pt x="4533899" y="28914"/>
                </a:lnTo>
                <a:lnTo>
                  <a:pt x="4533899" y="33337"/>
                </a:lnTo>
                <a:lnTo>
                  <a:pt x="4533899" y="433387"/>
                </a:lnTo>
                <a:lnTo>
                  <a:pt x="4533899" y="437806"/>
                </a:lnTo>
                <a:lnTo>
                  <a:pt x="4533053" y="442057"/>
                </a:lnTo>
                <a:lnTo>
                  <a:pt x="4531361" y="446140"/>
                </a:lnTo>
                <a:lnTo>
                  <a:pt x="4529669" y="450223"/>
                </a:lnTo>
                <a:lnTo>
                  <a:pt x="4513318" y="464180"/>
                </a:lnTo>
                <a:lnTo>
                  <a:pt x="4509234" y="465878"/>
                </a:lnTo>
                <a:lnTo>
                  <a:pt x="4504982" y="466724"/>
                </a:lnTo>
                <a:lnTo>
                  <a:pt x="4500562" y="466724"/>
                </a:lnTo>
                <a:lnTo>
                  <a:pt x="33337" y="466724"/>
                </a:lnTo>
                <a:lnTo>
                  <a:pt x="28916" y="466724"/>
                </a:lnTo>
                <a:lnTo>
                  <a:pt x="24664" y="465878"/>
                </a:lnTo>
                <a:lnTo>
                  <a:pt x="20579" y="464185"/>
                </a:lnTo>
                <a:lnTo>
                  <a:pt x="16495" y="462493"/>
                </a:lnTo>
                <a:lnTo>
                  <a:pt x="0" y="437806"/>
                </a:lnTo>
                <a:lnTo>
                  <a:pt x="0" y="433387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48978" y="4346168"/>
            <a:ext cx="3009702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0" dirty="0">
                <a:solidFill>
                  <a:srgbClr val="DFE2DA"/>
                </a:solidFill>
                <a:latin typeface="Microsoft Sans Serif"/>
                <a:cs typeface="Microsoft Sans Serif"/>
              </a:rPr>
              <a:t>K</a:t>
            </a:r>
            <a:r>
              <a:rPr sz="1400" spc="-18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DFE2DA"/>
                </a:solidFill>
                <a:latin typeface="Microsoft Sans Serif"/>
                <a:cs typeface="Microsoft Sans Serif"/>
              </a:rPr>
              <a:t>I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ẾN:</a:t>
            </a:r>
            <a:r>
              <a:rPr sz="1400" spc="16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00" spc="-225" dirty="0">
                <a:solidFill>
                  <a:srgbClr val="DFE2DA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ẠI</a:t>
            </a:r>
            <a:r>
              <a:rPr sz="1400" spc="15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DI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ỆN</a:t>
            </a:r>
            <a:r>
              <a:rPr sz="1400" spc="16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DFE2DA"/>
                </a:solidFill>
                <a:latin typeface="Microsoft Sans Serif"/>
                <a:cs typeface="Microsoft Sans Serif"/>
              </a:rPr>
              <a:t>T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Ự</a:t>
            </a:r>
            <a:r>
              <a:rPr sz="1400" spc="15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DFE2DA"/>
                </a:solidFill>
                <a:latin typeface="Microsoft Sans Serif"/>
                <a:cs typeface="Microsoft Sans Serif"/>
              </a:rPr>
              <a:t>NHI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DFE2DA"/>
                </a:solidFill>
                <a:latin typeface="Microsoft Sans Serif"/>
                <a:cs typeface="Microsoft Sans Serif"/>
              </a:rPr>
              <a:t>Ê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60" dirty="0">
                <a:solidFill>
                  <a:srgbClr val="DFE2DA"/>
                </a:solidFill>
                <a:latin typeface="Microsoft Sans Serif"/>
                <a:cs typeface="Microsoft Sans Serif"/>
              </a:rPr>
              <a:t>N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4486" y="4224334"/>
            <a:ext cx="4543425" cy="466725"/>
          </a:xfrm>
          <a:custGeom>
            <a:avLst/>
            <a:gdLst/>
            <a:ahLst/>
            <a:cxnLst/>
            <a:rect l="l" t="t" r="r" b="b"/>
            <a:pathLst>
              <a:path w="4543425" h="466725">
                <a:moveTo>
                  <a:pt x="0" y="433387"/>
                </a:moveTo>
                <a:lnTo>
                  <a:pt x="0" y="33337"/>
                </a:lnTo>
                <a:lnTo>
                  <a:pt x="0" y="28914"/>
                </a:lnTo>
                <a:lnTo>
                  <a:pt x="845" y="24659"/>
                </a:lnTo>
                <a:lnTo>
                  <a:pt x="2537" y="20571"/>
                </a:lnTo>
                <a:lnTo>
                  <a:pt x="4229" y="16487"/>
                </a:lnTo>
                <a:lnTo>
                  <a:pt x="6638" y="12882"/>
                </a:lnTo>
                <a:lnTo>
                  <a:pt x="9764" y="9762"/>
                </a:lnTo>
                <a:lnTo>
                  <a:pt x="12890" y="6632"/>
                </a:lnTo>
                <a:lnTo>
                  <a:pt x="16495" y="4223"/>
                </a:lnTo>
                <a:lnTo>
                  <a:pt x="20579" y="2534"/>
                </a:lnTo>
                <a:lnTo>
                  <a:pt x="24663" y="846"/>
                </a:lnTo>
                <a:lnTo>
                  <a:pt x="28916" y="0"/>
                </a:lnTo>
                <a:lnTo>
                  <a:pt x="33338" y="0"/>
                </a:lnTo>
                <a:lnTo>
                  <a:pt x="4510087" y="0"/>
                </a:lnTo>
                <a:lnTo>
                  <a:pt x="4514508" y="0"/>
                </a:lnTo>
                <a:lnTo>
                  <a:pt x="4518760" y="846"/>
                </a:lnTo>
                <a:lnTo>
                  <a:pt x="4522845" y="2534"/>
                </a:lnTo>
                <a:lnTo>
                  <a:pt x="4526929" y="4223"/>
                </a:lnTo>
                <a:lnTo>
                  <a:pt x="4530534" y="6632"/>
                </a:lnTo>
                <a:lnTo>
                  <a:pt x="4533660" y="9762"/>
                </a:lnTo>
                <a:lnTo>
                  <a:pt x="4536786" y="12882"/>
                </a:lnTo>
                <a:lnTo>
                  <a:pt x="4543425" y="33337"/>
                </a:lnTo>
                <a:lnTo>
                  <a:pt x="4543425" y="433387"/>
                </a:lnTo>
                <a:lnTo>
                  <a:pt x="4522843" y="464180"/>
                </a:lnTo>
                <a:lnTo>
                  <a:pt x="4518760" y="465878"/>
                </a:lnTo>
                <a:lnTo>
                  <a:pt x="4514508" y="466724"/>
                </a:lnTo>
                <a:lnTo>
                  <a:pt x="4510087" y="466724"/>
                </a:lnTo>
                <a:lnTo>
                  <a:pt x="33338" y="466724"/>
                </a:lnTo>
                <a:lnTo>
                  <a:pt x="28916" y="466724"/>
                </a:lnTo>
                <a:lnTo>
                  <a:pt x="24663" y="465878"/>
                </a:lnTo>
                <a:lnTo>
                  <a:pt x="20579" y="464185"/>
                </a:lnTo>
                <a:lnTo>
                  <a:pt x="16495" y="462493"/>
                </a:lnTo>
                <a:lnTo>
                  <a:pt x="0" y="437806"/>
                </a:lnTo>
                <a:lnTo>
                  <a:pt x="0" y="433387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37300" y="4341959"/>
            <a:ext cx="3115221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NG</a:t>
            </a:r>
            <a:r>
              <a:rPr sz="1400" spc="-18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DFE2DA"/>
                </a:solidFill>
                <a:latin typeface="Lucida Sans Unicode"/>
                <a:cs typeface="Lucida Sans Unicode"/>
              </a:rPr>
              <a:t>Ư</a:t>
            </a:r>
            <a:r>
              <a:rPr sz="1400" spc="-225" dirty="0">
                <a:solidFill>
                  <a:srgbClr val="DFE2DA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ỜI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:</a:t>
            </a:r>
            <a:r>
              <a:rPr sz="1400" spc="15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DFE2DA"/>
                </a:solidFill>
                <a:latin typeface="Lucida Sans Unicode"/>
                <a:cs typeface="Lucida Sans Unicode"/>
              </a:rPr>
              <a:t>Đ</a:t>
            </a:r>
            <a:r>
              <a:rPr sz="1400" spc="-225" dirty="0">
                <a:solidFill>
                  <a:srgbClr val="DFE2DA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ẠI</a:t>
            </a:r>
            <a:r>
              <a:rPr sz="1400" spc="15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DI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ỆN</a:t>
            </a:r>
            <a:r>
              <a:rPr sz="1400" spc="15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DFE2DA"/>
                </a:solidFill>
                <a:latin typeface="Microsoft Sans Serif"/>
                <a:cs typeface="Microsoft Sans Serif"/>
              </a:rPr>
              <a:t>V</a:t>
            </a:r>
            <a:r>
              <a:rPr sz="1400" spc="-175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DFE2DA"/>
                </a:solidFill>
                <a:latin typeface="Lucida Sans Unicode"/>
                <a:cs typeface="Lucida Sans Unicode"/>
              </a:rPr>
              <a:t>Ă</a:t>
            </a:r>
            <a:r>
              <a:rPr sz="1400" spc="-229" dirty="0">
                <a:solidFill>
                  <a:srgbClr val="DFE2DA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DFE2DA"/>
                </a:solidFill>
                <a:latin typeface="Microsoft Sans Serif"/>
                <a:cs typeface="Microsoft Sans Serif"/>
              </a:rPr>
              <a:t>N</a:t>
            </a:r>
            <a:r>
              <a:rPr sz="1400" spc="16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DFE2DA"/>
                </a:solidFill>
                <a:latin typeface="Microsoft Sans Serif"/>
                <a:cs typeface="Microsoft Sans Serif"/>
              </a:rPr>
              <a:t>MI</a:t>
            </a:r>
            <a:r>
              <a:rPr sz="1400" spc="-180" dirty="0">
                <a:solidFill>
                  <a:srgbClr val="DFE2DA"/>
                </a:solidFill>
                <a:latin typeface="Microsoft Sans Serif"/>
                <a:cs typeface="Microsoft Sans Serif"/>
              </a:rPr>
              <a:t> </a:t>
            </a:r>
            <a:r>
              <a:rPr sz="1400" spc="25" dirty="0">
                <a:solidFill>
                  <a:srgbClr val="DFE2DA"/>
                </a:solidFill>
                <a:latin typeface="Microsoft Sans Serif"/>
                <a:cs typeface="Microsoft Sans Serif"/>
              </a:rPr>
              <a:t>NH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3899" y="895347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GIẢI</a:t>
            </a:r>
            <a:r>
              <a:rPr spc="215" dirty="0"/>
              <a:t> </a:t>
            </a:r>
            <a:r>
              <a:rPr spc="385" dirty="0"/>
              <a:t>MÃ</a:t>
            </a:r>
            <a:r>
              <a:rPr spc="215" dirty="0"/>
              <a:t> </a:t>
            </a:r>
            <a:r>
              <a:rPr spc="320" dirty="0"/>
              <a:t>NHAN</a:t>
            </a:r>
            <a:r>
              <a:rPr spc="215" dirty="0"/>
              <a:t> </a:t>
            </a:r>
            <a:r>
              <a:rPr spc="210" dirty="0"/>
              <a:t>ĐỀ</a:t>
            </a:r>
            <a:r>
              <a:rPr spc="215" dirty="0"/>
              <a:t> </a:t>
            </a:r>
            <a:r>
              <a:rPr spc="270" dirty="0"/>
              <a:t>"KIẾN</a:t>
            </a:r>
            <a:r>
              <a:rPr spc="215" dirty="0"/>
              <a:t> </a:t>
            </a:r>
            <a:r>
              <a:rPr dirty="0"/>
              <a:t>VÀ</a:t>
            </a:r>
            <a:r>
              <a:rPr spc="220" dirty="0"/>
              <a:t> </a:t>
            </a:r>
            <a:r>
              <a:rPr spc="125" dirty="0"/>
              <a:t>NGƯỜI"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23899" y="1685925"/>
            <a:ext cx="9248775" cy="2228850"/>
            <a:chOff x="723899" y="1685925"/>
            <a:chExt cx="9248775" cy="2228850"/>
          </a:xfrm>
        </p:grpSpPr>
        <p:sp>
          <p:nvSpPr>
            <p:cNvPr id="9" name="object 9"/>
            <p:cNvSpPr/>
            <p:nvPr/>
          </p:nvSpPr>
          <p:spPr>
            <a:xfrm>
              <a:off x="723899" y="1685925"/>
              <a:ext cx="9248775" cy="2228850"/>
            </a:xfrm>
            <a:custGeom>
              <a:avLst/>
              <a:gdLst/>
              <a:ahLst/>
              <a:cxnLst/>
              <a:rect l="l" t="t" r="r" b="b"/>
              <a:pathLst>
                <a:path w="9248775" h="2228850">
                  <a:moveTo>
                    <a:pt x="9153524" y="2228849"/>
                  </a:moveTo>
                  <a:lnTo>
                    <a:pt x="95249" y="2228849"/>
                  </a:lnTo>
                  <a:lnTo>
                    <a:pt x="85866" y="2228396"/>
                  </a:lnTo>
                  <a:lnTo>
                    <a:pt x="42321" y="2212811"/>
                  </a:lnTo>
                  <a:lnTo>
                    <a:pt x="11259" y="2178545"/>
                  </a:lnTo>
                  <a:lnTo>
                    <a:pt x="0" y="2133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9153524" y="0"/>
                  </a:lnTo>
                  <a:lnTo>
                    <a:pt x="9198469" y="11259"/>
                  </a:lnTo>
                  <a:lnTo>
                    <a:pt x="9232735" y="42321"/>
                  </a:lnTo>
                  <a:lnTo>
                    <a:pt x="9248320" y="85866"/>
                  </a:lnTo>
                  <a:lnTo>
                    <a:pt x="9248774" y="95249"/>
                  </a:lnTo>
                  <a:lnTo>
                    <a:pt x="9248774" y="2133599"/>
                  </a:lnTo>
                  <a:lnTo>
                    <a:pt x="9237513" y="2178545"/>
                  </a:lnTo>
                  <a:lnTo>
                    <a:pt x="9206451" y="2212811"/>
                  </a:lnTo>
                  <a:lnTo>
                    <a:pt x="9162906" y="2228396"/>
                  </a:lnTo>
                  <a:lnTo>
                    <a:pt x="9153524" y="22288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3899" y="1685925"/>
              <a:ext cx="9248775" cy="2228850"/>
            </a:xfrm>
            <a:custGeom>
              <a:avLst/>
              <a:gdLst/>
              <a:ahLst/>
              <a:cxnLst/>
              <a:rect l="l" t="t" r="r" b="b"/>
              <a:pathLst>
                <a:path w="9248775" h="2228850">
                  <a:moveTo>
                    <a:pt x="9153524" y="2228849"/>
                  </a:moveTo>
                  <a:lnTo>
                    <a:pt x="95249" y="2228849"/>
                  </a:lnTo>
                  <a:lnTo>
                    <a:pt x="85866" y="2228396"/>
                  </a:lnTo>
                  <a:lnTo>
                    <a:pt x="42321" y="2212811"/>
                  </a:lnTo>
                  <a:lnTo>
                    <a:pt x="11259" y="2178545"/>
                  </a:lnTo>
                  <a:lnTo>
                    <a:pt x="0" y="2133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153524" y="0"/>
                  </a:lnTo>
                  <a:lnTo>
                    <a:pt x="9162907" y="453"/>
                  </a:lnTo>
                  <a:lnTo>
                    <a:pt x="9172109" y="1812"/>
                  </a:lnTo>
                  <a:lnTo>
                    <a:pt x="9181131" y="4078"/>
                  </a:lnTo>
                  <a:lnTo>
                    <a:pt x="9189973" y="7250"/>
                  </a:lnTo>
                  <a:lnTo>
                    <a:pt x="9194793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2139228"/>
                  </a:lnTo>
                  <a:lnTo>
                    <a:pt x="20845" y="2176545"/>
                  </a:lnTo>
                  <a:lnTo>
                    <a:pt x="52303" y="2208004"/>
                  </a:lnTo>
                  <a:lnTo>
                    <a:pt x="89621" y="2219324"/>
                  </a:lnTo>
                  <a:lnTo>
                    <a:pt x="9194792" y="2219324"/>
                  </a:lnTo>
                  <a:lnTo>
                    <a:pt x="9189973" y="2221599"/>
                  </a:lnTo>
                  <a:lnTo>
                    <a:pt x="9181131" y="2224771"/>
                  </a:lnTo>
                  <a:lnTo>
                    <a:pt x="9172109" y="2227036"/>
                  </a:lnTo>
                  <a:lnTo>
                    <a:pt x="9162907" y="2228396"/>
                  </a:lnTo>
                  <a:lnTo>
                    <a:pt x="9153524" y="2228849"/>
                  </a:lnTo>
                  <a:close/>
                </a:path>
                <a:path w="9248775" h="2228850">
                  <a:moveTo>
                    <a:pt x="9194792" y="2219324"/>
                  </a:moveTo>
                  <a:lnTo>
                    <a:pt x="9159153" y="2219324"/>
                  </a:lnTo>
                  <a:lnTo>
                    <a:pt x="9164727" y="2218775"/>
                  </a:lnTo>
                  <a:lnTo>
                    <a:pt x="9175768" y="2216579"/>
                  </a:lnTo>
                  <a:lnTo>
                    <a:pt x="9210160" y="2198196"/>
                  </a:lnTo>
                  <a:lnTo>
                    <a:pt x="9234877" y="2161204"/>
                  </a:lnTo>
                  <a:lnTo>
                    <a:pt x="9239249" y="2139228"/>
                  </a:lnTo>
                  <a:lnTo>
                    <a:pt x="9239249" y="89621"/>
                  </a:lnTo>
                  <a:lnTo>
                    <a:pt x="9227927" y="52303"/>
                  </a:lnTo>
                  <a:lnTo>
                    <a:pt x="9196469" y="20845"/>
                  </a:lnTo>
                  <a:lnTo>
                    <a:pt x="9159153" y="9524"/>
                  </a:lnTo>
                  <a:lnTo>
                    <a:pt x="9194793" y="9524"/>
                  </a:lnTo>
                  <a:lnTo>
                    <a:pt x="9227190" y="34853"/>
                  </a:lnTo>
                  <a:lnTo>
                    <a:pt x="9246961" y="76663"/>
                  </a:lnTo>
                  <a:lnTo>
                    <a:pt x="9248774" y="2133599"/>
                  </a:lnTo>
                  <a:lnTo>
                    <a:pt x="9248321" y="2142982"/>
                  </a:lnTo>
                  <a:lnTo>
                    <a:pt x="9232735" y="2186527"/>
                  </a:lnTo>
                  <a:lnTo>
                    <a:pt x="9198469" y="2217589"/>
                  </a:lnTo>
                  <a:lnTo>
                    <a:pt x="9194792" y="22193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8978" y="2025650"/>
            <a:ext cx="7193915" cy="1464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700" b="1" i="1" spc="170" dirty="0">
                <a:solidFill>
                  <a:srgbClr val="C4A058"/>
                </a:solidFill>
                <a:latin typeface="Cambria"/>
                <a:cs typeface="Cambria"/>
              </a:rPr>
              <a:t>Mối</a:t>
            </a:r>
            <a:r>
              <a:rPr sz="2700" b="1" i="1" spc="45" dirty="0">
                <a:solidFill>
                  <a:srgbClr val="C4A058"/>
                </a:solidFill>
                <a:latin typeface="Cambria"/>
                <a:cs typeface="Cambria"/>
              </a:rPr>
              <a:t> </a:t>
            </a:r>
            <a:r>
              <a:rPr sz="2700" b="1" i="1" dirty="0">
                <a:solidFill>
                  <a:srgbClr val="C4A058"/>
                </a:solidFill>
                <a:latin typeface="Cambria"/>
                <a:cs typeface="Cambria"/>
              </a:rPr>
              <a:t>quan</a:t>
            </a:r>
            <a:r>
              <a:rPr sz="2700" b="1" i="1" spc="50" dirty="0">
                <a:solidFill>
                  <a:srgbClr val="C4A058"/>
                </a:solidFill>
                <a:latin typeface="Cambria"/>
                <a:cs typeface="Cambria"/>
              </a:rPr>
              <a:t> </a:t>
            </a:r>
            <a:r>
              <a:rPr sz="2700" b="1" i="1" spc="60" dirty="0">
                <a:solidFill>
                  <a:srgbClr val="C4A058"/>
                </a:solidFill>
                <a:latin typeface="Cambria"/>
                <a:cs typeface="Cambria"/>
              </a:rPr>
              <a:t>hệ</a:t>
            </a:r>
            <a:r>
              <a:rPr sz="2700" b="1" i="1" spc="45" dirty="0">
                <a:solidFill>
                  <a:srgbClr val="C4A058"/>
                </a:solidFill>
                <a:latin typeface="Cambria"/>
                <a:cs typeface="Cambria"/>
              </a:rPr>
              <a:t> </a:t>
            </a:r>
            <a:r>
              <a:rPr sz="2700" b="1" i="1" dirty="0">
                <a:solidFill>
                  <a:srgbClr val="C4A058"/>
                </a:solidFill>
                <a:latin typeface="Cambria"/>
                <a:cs typeface="Cambria"/>
              </a:rPr>
              <a:t>song</a:t>
            </a:r>
            <a:r>
              <a:rPr sz="2700" b="1" i="1" spc="50" dirty="0">
                <a:solidFill>
                  <a:srgbClr val="C4A058"/>
                </a:solidFill>
                <a:latin typeface="Cambria"/>
                <a:cs typeface="Cambria"/>
              </a:rPr>
              <a:t> </a:t>
            </a:r>
            <a:r>
              <a:rPr sz="2700" b="1" i="1" spc="55" dirty="0">
                <a:solidFill>
                  <a:srgbClr val="C4A058"/>
                </a:solidFill>
                <a:latin typeface="Cambria"/>
                <a:cs typeface="Cambria"/>
              </a:rPr>
              <a:t>hành</a:t>
            </a:r>
            <a:endParaRPr sz="2700" dirty="0">
              <a:latin typeface="Cambria"/>
              <a:cs typeface="Cambria"/>
            </a:endParaRPr>
          </a:p>
          <a:p>
            <a:pPr marL="12700" marR="5080" algn="ctr">
              <a:lnSpc>
                <a:spcPct val="122900"/>
              </a:lnSpc>
              <a:spcBef>
                <a:spcPts val="1445"/>
              </a:spcBef>
            </a:pPr>
            <a:r>
              <a:rPr sz="1500" i="1" spc="-55" dirty="0">
                <a:solidFill>
                  <a:srgbClr val="DFE2DA"/>
                </a:solidFill>
                <a:latin typeface="Verdana"/>
                <a:cs typeface="Verdana"/>
              </a:rPr>
              <a:t>Ch</a:t>
            </a:r>
            <a:r>
              <a:rPr sz="1450" i="1" spc="-55" dirty="0">
                <a:solidFill>
                  <a:srgbClr val="DFE2DA"/>
                </a:solidFill>
                <a:latin typeface="Arial"/>
                <a:cs typeface="Arial"/>
              </a:rPr>
              <a:t>ữ</a:t>
            </a:r>
            <a:r>
              <a:rPr sz="1450" i="1" spc="-3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1400" b="1" i="1" spc="-10" dirty="0">
                <a:solidFill>
                  <a:srgbClr val="DFE2DA"/>
                </a:solidFill>
                <a:latin typeface="Arial"/>
                <a:cs typeface="Arial"/>
              </a:rPr>
              <a:t>"và"</a:t>
            </a:r>
            <a:r>
              <a:rPr sz="1400" b="1" i="1" spc="-20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1500" i="1" spc="-45" dirty="0">
                <a:solidFill>
                  <a:srgbClr val="DFE2DA"/>
                </a:solidFill>
                <a:latin typeface="Verdana"/>
                <a:cs typeface="Verdana"/>
              </a:rPr>
              <a:t>k</a:t>
            </a:r>
            <a:r>
              <a:rPr sz="1450" i="1" spc="-45" dirty="0">
                <a:solidFill>
                  <a:srgbClr val="DFE2DA"/>
                </a:solidFill>
                <a:latin typeface="Arial"/>
                <a:cs typeface="Arial"/>
              </a:rPr>
              <a:t>ế</a:t>
            </a:r>
            <a:r>
              <a:rPr sz="1500" i="1" spc="-45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30" dirty="0">
                <a:solidFill>
                  <a:srgbClr val="DFE2DA"/>
                </a:solidFill>
                <a:latin typeface="Verdana"/>
                <a:cs typeface="Verdana"/>
              </a:rPr>
              <a:t>n</a:t>
            </a:r>
            <a:r>
              <a:rPr sz="1450" i="1" spc="-30" dirty="0">
                <a:solidFill>
                  <a:srgbClr val="DFE2DA"/>
                </a:solidFill>
                <a:latin typeface="Arial"/>
                <a:cs typeface="Arial"/>
              </a:rPr>
              <a:t>ố</a:t>
            </a:r>
            <a:r>
              <a:rPr sz="1500" i="1" spc="-30" dirty="0">
                <a:solidFill>
                  <a:srgbClr val="DFE2DA"/>
                </a:solidFill>
                <a:latin typeface="Verdana"/>
                <a:cs typeface="Verdana"/>
              </a:rPr>
              <a:t>i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75" dirty="0">
                <a:solidFill>
                  <a:srgbClr val="DFE2DA"/>
                </a:solidFill>
                <a:latin typeface="Verdana"/>
                <a:cs typeface="Verdana"/>
              </a:rPr>
              <a:t>hai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5" dirty="0">
                <a:solidFill>
                  <a:srgbClr val="DFE2DA"/>
                </a:solidFill>
                <a:latin typeface="Verdana"/>
                <a:cs typeface="Verdana"/>
              </a:rPr>
              <a:t>danh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450" i="1" spc="-10" dirty="0">
                <a:solidFill>
                  <a:srgbClr val="DFE2DA"/>
                </a:solidFill>
                <a:latin typeface="Arial"/>
                <a:cs typeface="Arial"/>
              </a:rPr>
              <a:t>ừ</a:t>
            </a:r>
            <a:r>
              <a:rPr sz="1450" i="1" spc="-3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1500" i="1" spc="-55" dirty="0">
                <a:solidFill>
                  <a:srgbClr val="DFE2DA"/>
                </a:solidFill>
                <a:latin typeface="Verdana"/>
                <a:cs typeface="Verdana"/>
              </a:rPr>
              <a:t>không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5" dirty="0">
                <a:solidFill>
                  <a:srgbClr val="DFE2DA"/>
                </a:solidFill>
                <a:latin typeface="Verdana"/>
                <a:cs typeface="Verdana"/>
              </a:rPr>
              <a:t>phân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35" dirty="0">
                <a:solidFill>
                  <a:srgbClr val="DFE2DA"/>
                </a:solidFill>
                <a:latin typeface="Verdana"/>
                <a:cs typeface="Verdana"/>
              </a:rPr>
              <a:t>th</a:t>
            </a:r>
            <a:r>
              <a:rPr sz="1450" i="1" spc="-35" dirty="0">
                <a:solidFill>
                  <a:srgbClr val="DFE2DA"/>
                </a:solidFill>
                <a:latin typeface="Arial"/>
                <a:cs typeface="Arial"/>
              </a:rPr>
              <a:t>ứ </a:t>
            </a:r>
            <a:r>
              <a:rPr sz="1500" i="1" spc="-80" dirty="0">
                <a:solidFill>
                  <a:srgbClr val="DFE2DA"/>
                </a:solidFill>
                <a:latin typeface="Verdana"/>
                <a:cs typeface="Verdana"/>
              </a:rPr>
              <a:t>b</a:t>
            </a:r>
            <a:r>
              <a:rPr sz="1450" i="1" spc="-80" dirty="0">
                <a:solidFill>
                  <a:srgbClr val="DFE2DA"/>
                </a:solidFill>
                <a:latin typeface="Arial"/>
                <a:cs typeface="Arial"/>
              </a:rPr>
              <a:t>ậ</a:t>
            </a:r>
            <a:r>
              <a:rPr sz="1500" i="1" spc="-80" dirty="0">
                <a:solidFill>
                  <a:srgbClr val="DFE2DA"/>
                </a:solidFill>
                <a:latin typeface="Verdana"/>
                <a:cs typeface="Verdana"/>
              </a:rPr>
              <a:t>c.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30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500" i="1" dirty="0">
                <a:solidFill>
                  <a:srgbClr val="DFE2DA"/>
                </a:solidFill>
                <a:latin typeface="Verdana"/>
                <a:cs typeface="Verdana"/>
              </a:rPr>
              <a:t>i</a:t>
            </a:r>
            <a:r>
              <a:rPr sz="1450" i="1" dirty="0">
                <a:solidFill>
                  <a:srgbClr val="DFE2DA"/>
                </a:solidFill>
                <a:latin typeface="Arial"/>
                <a:cs typeface="Arial"/>
              </a:rPr>
              <a:t>ề</a:t>
            </a:r>
            <a:r>
              <a:rPr sz="1500" i="1" dirty="0">
                <a:solidFill>
                  <a:srgbClr val="DFE2DA"/>
                </a:solidFill>
                <a:latin typeface="Verdana"/>
                <a:cs typeface="Verdana"/>
              </a:rPr>
              <a:t>u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120" dirty="0">
                <a:solidFill>
                  <a:srgbClr val="DFE2DA"/>
                </a:solidFill>
                <a:latin typeface="Verdana"/>
                <a:cs typeface="Verdana"/>
              </a:rPr>
              <a:t>này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0" dirty="0">
                <a:solidFill>
                  <a:srgbClr val="DFE2DA"/>
                </a:solidFill>
                <a:latin typeface="Verdana"/>
                <a:cs typeface="Verdana"/>
              </a:rPr>
              <a:t>cho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70" dirty="0">
                <a:solidFill>
                  <a:srgbClr val="DFE2DA"/>
                </a:solidFill>
                <a:latin typeface="Verdana"/>
                <a:cs typeface="Verdana"/>
              </a:rPr>
              <a:t>th</a:t>
            </a:r>
            <a:r>
              <a:rPr sz="1450" i="1" spc="-70" dirty="0">
                <a:solidFill>
                  <a:srgbClr val="DFE2DA"/>
                </a:solidFill>
                <a:latin typeface="Arial"/>
                <a:cs typeface="Arial"/>
              </a:rPr>
              <a:t>ấ</a:t>
            </a:r>
            <a:r>
              <a:rPr sz="1500" i="1" spc="-70" dirty="0">
                <a:solidFill>
                  <a:srgbClr val="DFE2DA"/>
                </a:solidFill>
                <a:latin typeface="Verdana"/>
                <a:cs typeface="Verdana"/>
              </a:rPr>
              <a:t>y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0" dirty="0">
                <a:solidFill>
                  <a:srgbClr val="DFE2DA"/>
                </a:solidFill>
                <a:latin typeface="Verdana"/>
                <a:cs typeface="Verdana"/>
              </a:rPr>
              <a:t>con</a:t>
            </a:r>
            <a:r>
              <a:rPr sz="1500" i="1" spc="-16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ng</a:t>
            </a:r>
            <a:r>
              <a:rPr sz="1300" i="1" spc="-10" dirty="0">
                <a:solidFill>
                  <a:srgbClr val="DFE2DA"/>
                </a:solidFill>
                <a:latin typeface="Arial"/>
                <a:cs typeface="Arial"/>
              </a:rPr>
              <a:t>ư</a:t>
            </a:r>
            <a:r>
              <a:rPr sz="1450" i="1" spc="-10" dirty="0">
                <a:solidFill>
                  <a:srgbClr val="DFE2DA"/>
                </a:solidFill>
                <a:latin typeface="Arial"/>
                <a:cs typeface="Arial"/>
              </a:rPr>
              <a:t>ờ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i </a:t>
            </a:r>
            <a:r>
              <a:rPr sz="1500" i="1" spc="-55" dirty="0">
                <a:solidFill>
                  <a:srgbClr val="DFE2DA"/>
                </a:solidFill>
                <a:latin typeface="Verdana"/>
                <a:cs typeface="Verdana"/>
              </a:rPr>
              <a:t>không</a:t>
            </a:r>
            <a:r>
              <a:rPr sz="1500" i="1" spc="-15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0" dirty="0">
                <a:solidFill>
                  <a:srgbClr val="DFE2DA"/>
                </a:solidFill>
                <a:latin typeface="Verdana"/>
                <a:cs typeface="Verdana"/>
              </a:rPr>
              <a:t>còn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90" dirty="0">
                <a:solidFill>
                  <a:srgbClr val="DFE2DA"/>
                </a:solidFill>
                <a:latin typeface="Verdana"/>
                <a:cs typeface="Verdana"/>
              </a:rPr>
              <a:t>là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55" dirty="0">
                <a:solidFill>
                  <a:srgbClr val="DFE2DA"/>
                </a:solidFill>
                <a:latin typeface="Verdana"/>
                <a:cs typeface="Verdana"/>
              </a:rPr>
              <a:t>trung</a:t>
            </a:r>
            <a:r>
              <a:rPr sz="1500" i="1" spc="-15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125" dirty="0">
                <a:solidFill>
                  <a:srgbClr val="DFE2DA"/>
                </a:solidFill>
                <a:latin typeface="Verdana"/>
                <a:cs typeface="Verdana"/>
              </a:rPr>
              <a:t>tâm,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75" dirty="0">
                <a:solidFill>
                  <a:srgbClr val="DFE2DA"/>
                </a:solidFill>
                <a:latin typeface="Verdana"/>
                <a:cs typeface="Verdana"/>
              </a:rPr>
              <a:t>mà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90" dirty="0">
                <a:solidFill>
                  <a:srgbClr val="DFE2DA"/>
                </a:solidFill>
                <a:latin typeface="Verdana"/>
                <a:cs typeface="Verdana"/>
              </a:rPr>
              <a:t>là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m</a:t>
            </a:r>
            <a:r>
              <a:rPr sz="1450" i="1" spc="-10" dirty="0">
                <a:solidFill>
                  <a:srgbClr val="DFE2DA"/>
                </a:solidFill>
                <a:latin typeface="Arial"/>
                <a:cs typeface="Arial"/>
              </a:rPr>
              <a:t>ộ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500" i="1" spc="-15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5" dirty="0">
                <a:solidFill>
                  <a:srgbClr val="DFE2DA"/>
                </a:solidFill>
                <a:latin typeface="Verdana"/>
                <a:cs typeface="Verdana"/>
              </a:rPr>
              <a:t>thành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40" dirty="0">
                <a:solidFill>
                  <a:srgbClr val="DFE2DA"/>
                </a:solidFill>
                <a:latin typeface="Verdana"/>
                <a:cs typeface="Verdana"/>
              </a:rPr>
              <a:t>ph</a:t>
            </a:r>
            <a:r>
              <a:rPr sz="1450" i="1" spc="-40" dirty="0">
                <a:solidFill>
                  <a:srgbClr val="DFE2DA"/>
                </a:solidFill>
                <a:latin typeface="Arial"/>
                <a:cs typeface="Arial"/>
              </a:rPr>
              <a:t>ầ</a:t>
            </a:r>
            <a:r>
              <a:rPr sz="1500" i="1" spc="-40" dirty="0">
                <a:solidFill>
                  <a:srgbClr val="DFE2DA"/>
                </a:solidFill>
                <a:latin typeface="Verdana"/>
                <a:cs typeface="Verdana"/>
              </a:rPr>
              <a:t>n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35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500" i="1" dirty="0">
                <a:solidFill>
                  <a:srgbClr val="DFE2DA"/>
                </a:solidFill>
                <a:latin typeface="Verdana"/>
                <a:cs typeface="Verdana"/>
              </a:rPr>
              <a:t>ang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5" dirty="0">
                <a:solidFill>
                  <a:srgbClr val="DFE2DA"/>
                </a:solidFill>
                <a:latin typeface="Verdana"/>
                <a:cs typeface="Verdana"/>
              </a:rPr>
              <a:t>trong</a:t>
            </a:r>
            <a:r>
              <a:rPr sz="1500" i="1" spc="-15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20" dirty="0">
                <a:solidFill>
                  <a:srgbClr val="DFE2DA"/>
                </a:solidFill>
                <a:latin typeface="Verdana"/>
                <a:cs typeface="Verdana"/>
              </a:rPr>
              <a:t>cu</a:t>
            </a:r>
            <a:r>
              <a:rPr sz="1450" i="1" spc="-20" dirty="0">
                <a:solidFill>
                  <a:srgbClr val="DFE2DA"/>
                </a:solidFill>
                <a:latin typeface="Arial"/>
                <a:cs typeface="Arial"/>
              </a:rPr>
              <a:t>ộ</a:t>
            </a:r>
            <a:r>
              <a:rPr sz="1500" i="1" spc="-20" dirty="0">
                <a:solidFill>
                  <a:srgbClr val="DFE2DA"/>
                </a:solidFill>
                <a:latin typeface="Verdana"/>
                <a:cs typeface="Verdana"/>
              </a:rPr>
              <a:t>c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35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450" i="1" dirty="0">
                <a:solidFill>
                  <a:srgbClr val="DFE2DA"/>
                </a:solidFill>
                <a:latin typeface="Arial"/>
                <a:cs typeface="Arial"/>
              </a:rPr>
              <a:t>ấ</a:t>
            </a:r>
            <a:r>
              <a:rPr sz="1500" i="1" dirty="0">
                <a:solidFill>
                  <a:srgbClr val="DFE2DA"/>
                </a:solidFill>
                <a:latin typeface="Verdana"/>
                <a:cs typeface="Verdana"/>
              </a:rPr>
              <a:t>u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90" dirty="0">
                <a:solidFill>
                  <a:srgbClr val="DFE2DA"/>
                </a:solidFill>
                <a:latin typeface="Verdana"/>
                <a:cs typeface="Verdana"/>
              </a:rPr>
              <a:t>tranh</a:t>
            </a:r>
            <a:r>
              <a:rPr sz="1500" i="1" spc="-15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75" dirty="0">
                <a:solidFill>
                  <a:srgbClr val="DFE2DA"/>
                </a:solidFill>
                <a:latin typeface="Verdana"/>
                <a:cs typeface="Verdana"/>
              </a:rPr>
              <a:t>sinh</a:t>
            </a:r>
            <a:r>
              <a:rPr sz="1500" i="1" spc="-14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25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450" i="1" spc="-25" dirty="0">
                <a:solidFill>
                  <a:srgbClr val="DFE2DA"/>
                </a:solidFill>
                <a:latin typeface="Arial"/>
                <a:cs typeface="Arial"/>
              </a:rPr>
              <a:t>ồ</a:t>
            </a:r>
            <a:r>
              <a:rPr sz="1500" i="1" spc="-25" dirty="0">
                <a:solidFill>
                  <a:srgbClr val="DFE2DA"/>
                </a:solidFill>
                <a:latin typeface="Verdana"/>
                <a:cs typeface="Verdana"/>
              </a:rPr>
              <a:t>n </a:t>
            </a:r>
            <a:r>
              <a:rPr sz="1500" i="1" spc="-50" dirty="0">
                <a:solidFill>
                  <a:srgbClr val="DFE2DA"/>
                </a:solidFill>
                <a:latin typeface="Verdana"/>
                <a:cs typeface="Verdana"/>
              </a:rPr>
              <a:t>ngang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0" dirty="0">
                <a:solidFill>
                  <a:srgbClr val="DFE2DA"/>
                </a:solidFill>
                <a:latin typeface="Verdana"/>
                <a:cs typeface="Verdana"/>
              </a:rPr>
              <a:t>hàng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90" dirty="0">
                <a:solidFill>
                  <a:srgbClr val="DFE2DA"/>
                </a:solidFill>
                <a:latin typeface="Verdana"/>
                <a:cs typeface="Verdana"/>
              </a:rPr>
              <a:t>v</a:t>
            </a:r>
            <a:r>
              <a:rPr sz="1450" i="1" spc="-90" dirty="0">
                <a:solidFill>
                  <a:srgbClr val="DFE2DA"/>
                </a:solidFill>
                <a:latin typeface="Arial"/>
                <a:cs typeface="Arial"/>
              </a:rPr>
              <a:t>ớ</a:t>
            </a:r>
            <a:r>
              <a:rPr sz="1500" i="1" spc="-90" dirty="0">
                <a:solidFill>
                  <a:srgbClr val="DFE2DA"/>
                </a:solidFill>
                <a:latin typeface="Verdana"/>
                <a:cs typeface="Verdana"/>
              </a:rPr>
              <a:t>i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m</a:t>
            </a:r>
            <a:r>
              <a:rPr sz="1450" i="1" spc="-10" dirty="0">
                <a:solidFill>
                  <a:srgbClr val="DFE2DA"/>
                </a:solidFill>
                <a:latin typeface="Arial"/>
                <a:cs typeface="Arial"/>
              </a:rPr>
              <a:t>ộ</a:t>
            </a:r>
            <a:r>
              <a:rPr sz="1500" i="1" spc="-10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80" dirty="0">
                <a:solidFill>
                  <a:srgbClr val="DFE2DA"/>
                </a:solidFill>
                <a:latin typeface="Verdana"/>
                <a:cs typeface="Verdana"/>
              </a:rPr>
              <a:t>loài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75" dirty="0">
                <a:solidFill>
                  <a:srgbClr val="DFE2DA"/>
                </a:solidFill>
                <a:latin typeface="Verdana"/>
                <a:cs typeface="Verdana"/>
              </a:rPr>
              <a:t>v</a:t>
            </a:r>
            <a:r>
              <a:rPr sz="1450" i="1" spc="-75" dirty="0">
                <a:solidFill>
                  <a:srgbClr val="DFE2DA"/>
                </a:solidFill>
                <a:latin typeface="Arial"/>
                <a:cs typeface="Arial"/>
              </a:rPr>
              <a:t>ậ</a:t>
            </a:r>
            <a:r>
              <a:rPr sz="1500" i="1" spc="-75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65" dirty="0">
                <a:solidFill>
                  <a:srgbClr val="DFE2DA"/>
                </a:solidFill>
                <a:latin typeface="Verdana"/>
                <a:cs typeface="Verdana"/>
              </a:rPr>
              <a:t>bé</a:t>
            </a:r>
            <a:r>
              <a:rPr sz="1500" i="1" spc="-15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500" i="1" spc="-20" dirty="0">
                <a:solidFill>
                  <a:srgbClr val="DFE2DA"/>
                </a:solidFill>
                <a:latin typeface="Verdana"/>
                <a:cs typeface="Verdana"/>
              </a:rPr>
              <a:t>nh</a:t>
            </a:r>
            <a:r>
              <a:rPr sz="1450" i="1" spc="-20" dirty="0">
                <a:solidFill>
                  <a:srgbClr val="DFE2DA"/>
                </a:solidFill>
                <a:latin typeface="Arial"/>
                <a:cs typeface="Arial"/>
              </a:rPr>
              <a:t>ỏ</a:t>
            </a:r>
            <a:r>
              <a:rPr sz="1500" i="1" spc="-20" dirty="0">
                <a:solidFill>
                  <a:srgbClr val="DFE2DA"/>
                </a:solidFill>
                <a:latin typeface="Verdana"/>
                <a:cs typeface="Verdana"/>
              </a:rPr>
              <a:t>.</a:t>
            </a:r>
            <a:endParaRPr sz="1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1362" y="1919287"/>
            <a:ext cx="2876550" cy="1110753"/>
          </a:xfrm>
          <a:prstGeom prst="rect">
            <a:avLst/>
          </a:prstGeom>
          <a:ln w="9524">
            <a:solidFill>
              <a:srgbClr val="C4A058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135890" marR="142875">
              <a:lnSpc>
                <a:spcPct val="110000"/>
              </a:lnSpc>
              <a:spcBef>
                <a:spcPts val="885"/>
              </a:spcBef>
            </a:pPr>
            <a:r>
              <a:rPr lang="vi-VN" sz="1500" i="1" spc="-10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Câu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11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hỏi: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4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Nếu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2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đàn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5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kiến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2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chỉ</a:t>
            </a:r>
            <a:r>
              <a:rPr lang="vi-VN" sz="1500" i="1" spc="-3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7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hành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2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động như</a:t>
            </a:r>
            <a:r>
              <a:rPr lang="vi-VN" sz="1500" i="1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5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kiến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5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bình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6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thường,</a:t>
            </a:r>
            <a:r>
              <a:rPr lang="vi-VN" sz="1500" i="1" spc="-13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5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liệu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7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sức</a:t>
            </a:r>
            <a:r>
              <a:rPr lang="vi-VN" sz="1500" i="1" spc="-1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2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cảnh </a:t>
            </a:r>
            <a:r>
              <a:rPr lang="vi-VN" sz="1500" i="1" spc="-8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báo</a:t>
            </a:r>
            <a:r>
              <a:rPr lang="vi-VN" sz="1500" i="1" spc="-13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3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vi-VN" sz="1500" i="1" spc="-13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8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truyện</a:t>
            </a:r>
            <a:r>
              <a:rPr lang="vi-VN" sz="1500" i="1" spc="-12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6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có</a:t>
            </a:r>
            <a:r>
              <a:rPr lang="vi-VN" sz="1500" i="1" spc="-13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6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còn</a:t>
            </a:r>
            <a:r>
              <a:rPr lang="vi-VN" sz="1500" i="1" spc="-13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5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mạnh</a:t>
            </a:r>
            <a:r>
              <a:rPr lang="vi-VN" sz="1500" i="1" spc="-12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1500" i="1" spc="-25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mẽ </a:t>
            </a:r>
            <a:r>
              <a:rPr lang="vi-VN" sz="1500" i="1" spc="-10" dirty="0">
                <a:solidFill>
                  <a:srgbClr val="D0D5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không?</a:t>
            </a:r>
            <a:endParaRPr lang="vi-VN" sz="1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3899" y="895347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VAI</a:t>
            </a:r>
            <a:r>
              <a:rPr spc="200" dirty="0"/>
              <a:t> </a:t>
            </a:r>
            <a:r>
              <a:rPr spc="185" dirty="0"/>
              <a:t>TRÒ</a:t>
            </a:r>
            <a:r>
              <a:rPr spc="200" dirty="0"/>
              <a:t> </a:t>
            </a:r>
            <a:r>
              <a:rPr spc="245" dirty="0"/>
              <a:t>CỦA</a:t>
            </a:r>
            <a:r>
              <a:rPr spc="204" dirty="0"/>
              <a:t> </a:t>
            </a:r>
            <a:r>
              <a:rPr spc="220" dirty="0"/>
              <a:t>YẾU</a:t>
            </a:r>
            <a:r>
              <a:rPr spc="200" dirty="0"/>
              <a:t> </a:t>
            </a:r>
            <a:r>
              <a:rPr spc="180" dirty="0"/>
              <a:t>TỐ</a:t>
            </a:r>
            <a:r>
              <a:rPr spc="200" dirty="0"/>
              <a:t> </a:t>
            </a:r>
            <a:r>
              <a:rPr spc="75" dirty="0"/>
              <a:t>HƯ</a:t>
            </a:r>
            <a:r>
              <a:rPr spc="204" dirty="0"/>
              <a:t> </a:t>
            </a:r>
            <a:r>
              <a:rPr spc="245" dirty="0"/>
              <a:t>CẤU</a:t>
            </a:r>
            <a:r>
              <a:rPr spc="200" dirty="0"/>
              <a:t> KÌ </a:t>
            </a:r>
            <a:r>
              <a:rPr spc="120" dirty="0"/>
              <a:t>ẢO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23899" y="1685925"/>
            <a:ext cx="6057900" cy="1447800"/>
            <a:chOff x="723899" y="1685925"/>
            <a:chExt cx="6057900" cy="1447800"/>
          </a:xfrm>
        </p:grpSpPr>
        <p:sp>
          <p:nvSpPr>
            <p:cNvPr id="6" name="object 6"/>
            <p:cNvSpPr/>
            <p:nvPr/>
          </p:nvSpPr>
          <p:spPr>
            <a:xfrm>
              <a:off x="723899" y="1685925"/>
              <a:ext cx="6057900" cy="1447800"/>
            </a:xfrm>
            <a:custGeom>
              <a:avLst/>
              <a:gdLst/>
              <a:ahLst/>
              <a:cxnLst/>
              <a:rect l="l" t="t" r="r" b="b"/>
              <a:pathLst>
                <a:path w="6057900" h="1447800">
                  <a:moveTo>
                    <a:pt x="5962649" y="1447799"/>
                  </a:moveTo>
                  <a:lnTo>
                    <a:pt x="95249" y="1447799"/>
                  </a:lnTo>
                  <a:lnTo>
                    <a:pt x="85866" y="1447346"/>
                  </a:lnTo>
                  <a:lnTo>
                    <a:pt x="42321" y="1431761"/>
                  </a:lnTo>
                  <a:lnTo>
                    <a:pt x="11259" y="1397495"/>
                  </a:lnTo>
                  <a:lnTo>
                    <a:pt x="0" y="13525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5962649" y="0"/>
                  </a:lnTo>
                  <a:lnTo>
                    <a:pt x="6007594" y="11259"/>
                  </a:lnTo>
                  <a:lnTo>
                    <a:pt x="6041860" y="42321"/>
                  </a:lnTo>
                  <a:lnTo>
                    <a:pt x="6057446" y="85866"/>
                  </a:lnTo>
                  <a:lnTo>
                    <a:pt x="6057899" y="95249"/>
                  </a:lnTo>
                  <a:lnTo>
                    <a:pt x="6057899" y="1352549"/>
                  </a:lnTo>
                  <a:lnTo>
                    <a:pt x="6046638" y="1397495"/>
                  </a:lnTo>
                  <a:lnTo>
                    <a:pt x="6015576" y="1431761"/>
                  </a:lnTo>
                  <a:lnTo>
                    <a:pt x="5972032" y="1447346"/>
                  </a:lnTo>
                  <a:lnTo>
                    <a:pt x="5962649" y="1447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85925"/>
              <a:ext cx="6057900" cy="1447800"/>
            </a:xfrm>
            <a:custGeom>
              <a:avLst/>
              <a:gdLst/>
              <a:ahLst/>
              <a:cxnLst/>
              <a:rect l="l" t="t" r="r" b="b"/>
              <a:pathLst>
                <a:path w="6057900" h="1447800">
                  <a:moveTo>
                    <a:pt x="5962649" y="1447799"/>
                  </a:moveTo>
                  <a:lnTo>
                    <a:pt x="95249" y="1447799"/>
                  </a:lnTo>
                  <a:lnTo>
                    <a:pt x="85866" y="1447346"/>
                  </a:lnTo>
                  <a:lnTo>
                    <a:pt x="42321" y="1431761"/>
                  </a:lnTo>
                  <a:lnTo>
                    <a:pt x="11259" y="1397495"/>
                  </a:lnTo>
                  <a:lnTo>
                    <a:pt x="0" y="13525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5962649" y="0"/>
                  </a:lnTo>
                  <a:lnTo>
                    <a:pt x="5972032" y="453"/>
                  </a:lnTo>
                  <a:lnTo>
                    <a:pt x="5981235" y="1812"/>
                  </a:lnTo>
                  <a:lnTo>
                    <a:pt x="5990257" y="4078"/>
                  </a:lnTo>
                  <a:lnTo>
                    <a:pt x="5999099" y="7250"/>
                  </a:lnTo>
                  <a:lnTo>
                    <a:pt x="6003919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358178"/>
                  </a:lnTo>
                  <a:lnTo>
                    <a:pt x="20845" y="1395495"/>
                  </a:lnTo>
                  <a:lnTo>
                    <a:pt x="52303" y="1426954"/>
                  </a:lnTo>
                  <a:lnTo>
                    <a:pt x="89621" y="1438274"/>
                  </a:lnTo>
                  <a:lnTo>
                    <a:pt x="6003918" y="1438274"/>
                  </a:lnTo>
                  <a:lnTo>
                    <a:pt x="5999099" y="1440549"/>
                  </a:lnTo>
                  <a:lnTo>
                    <a:pt x="5990257" y="1443721"/>
                  </a:lnTo>
                  <a:lnTo>
                    <a:pt x="5981235" y="1445986"/>
                  </a:lnTo>
                  <a:lnTo>
                    <a:pt x="5972032" y="1447346"/>
                  </a:lnTo>
                  <a:lnTo>
                    <a:pt x="5962649" y="1447799"/>
                  </a:lnTo>
                  <a:close/>
                </a:path>
                <a:path w="6057900" h="1447800">
                  <a:moveTo>
                    <a:pt x="6003918" y="1438274"/>
                  </a:moveTo>
                  <a:lnTo>
                    <a:pt x="5968278" y="1438274"/>
                  </a:lnTo>
                  <a:lnTo>
                    <a:pt x="5973853" y="1437725"/>
                  </a:lnTo>
                  <a:lnTo>
                    <a:pt x="5984894" y="1435529"/>
                  </a:lnTo>
                  <a:lnTo>
                    <a:pt x="6019285" y="1417146"/>
                  </a:lnTo>
                  <a:lnTo>
                    <a:pt x="6044002" y="1380154"/>
                  </a:lnTo>
                  <a:lnTo>
                    <a:pt x="6048374" y="1358178"/>
                  </a:lnTo>
                  <a:lnTo>
                    <a:pt x="6048374" y="89621"/>
                  </a:lnTo>
                  <a:lnTo>
                    <a:pt x="6037053" y="52303"/>
                  </a:lnTo>
                  <a:lnTo>
                    <a:pt x="6005594" y="20845"/>
                  </a:lnTo>
                  <a:lnTo>
                    <a:pt x="5968278" y="9524"/>
                  </a:lnTo>
                  <a:lnTo>
                    <a:pt x="6003919" y="9524"/>
                  </a:lnTo>
                  <a:lnTo>
                    <a:pt x="6036315" y="34853"/>
                  </a:lnTo>
                  <a:lnTo>
                    <a:pt x="6056086" y="76663"/>
                  </a:lnTo>
                  <a:lnTo>
                    <a:pt x="6057899" y="1352549"/>
                  </a:lnTo>
                  <a:lnTo>
                    <a:pt x="6057446" y="1361932"/>
                  </a:lnTo>
                  <a:lnTo>
                    <a:pt x="6041860" y="1405477"/>
                  </a:lnTo>
                  <a:lnTo>
                    <a:pt x="6007595" y="1436539"/>
                  </a:lnTo>
                  <a:lnTo>
                    <a:pt x="6003918" y="14382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5306" y="1876625"/>
            <a:ext cx="5593080" cy="555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Cách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spc="8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mô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tả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đàn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kiến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như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một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thế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lực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siêu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nhiên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(không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spc="-6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sợ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lửa,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bò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tràn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lan</a:t>
            </a:r>
            <a:r>
              <a:rPr sz="1600" spc="3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bất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chấp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mọi rào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cản)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làm </a:t>
            </a:r>
            <a:r>
              <a:rPr sz="1600" spc="7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tăng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tính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b="1" spc="-95" dirty="0">
                <a:solidFill>
                  <a:srgbClr val="C4A058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biểu</a:t>
            </a:r>
            <a:r>
              <a:rPr sz="1600" b="1" spc="-75" dirty="0">
                <a:solidFill>
                  <a:srgbClr val="C4A058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b="1" spc="-105" dirty="0">
                <a:solidFill>
                  <a:srgbClr val="C4A058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tượng</a:t>
            </a:r>
            <a:r>
              <a:rPr sz="1600" b="1" spc="-95" dirty="0">
                <a:solidFill>
                  <a:srgbClr val="C4A058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truyện.</a:t>
            </a:r>
            <a:endParaRPr sz="1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306" y="2414986"/>
            <a:ext cx="5544394" cy="63799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76200" indent="-63500">
              <a:lnSpc>
                <a:spcPct val="100000"/>
              </a:lnSpc>
              <a:spcBef>
                <a:spcPts val="635"/>
              </a:spcBef>
              <a:buChar char="•"/>
              <a:tabLst>
                <a:tab pos="76200" algn="l"/>
              </a:tabLst>
            </a:pPr>
            <a:r>
              <a:rPr sz="1600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căng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thẳng,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hãi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tột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(kiểu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sz="1600" spc="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sz="1600" spc="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-63500">
              <a:lnSpc>
                <a:spcPct val="100000"/>
              </a:lnSpc>
              <a:spcBef>
                <a:spcPts val="540"/>
              </a:spcBef>
              <a:buChar char="•"/>
              <a:tabLst>
                <a:tab pos="76200" algn="l"/>
              </a:tabLst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loài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sz="1600" spc="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vĩ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23899" y="895347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5" dirty="0"/>
              <a:t>BÀI</a:t>
            </a:r>
            <a:r>
              <a:rPr spc="200" dirty="0"/>
              <a:t> </a:t>
            </a:r>
            <a:r>
              <a:rPr spc="254" dirty="0"/>
              <a:t>HỌC</a:t>
            </a:r>
            <a:r>
              <a:rPr spc="200" dirty="0"/>
              <a:t> </a:t>
            </a:r>
            <a:r>
              <a:rPr spc="315" dirty="0"/>
              <a:t>NHẬN</a:t>
            </a:r>
            <a:r>
              <a:rPr spc="204" dirty="0"/>
              <a:t> </a:t>
            </a:r>
            <a:r>
              <a:rPr spc="190" dirty="0"/>
              <a:t>THỨC</a:t>
            </a:r>
            <a:r>
              <a:rPr spc="200" dirty="0"/>
              <a:t> VỀ </a:t>
            </a:r>
            <a:r>
              <a:rPr spc="290" dirty="0"/>
              <a:t>THIÊN</a:t>
            </a:r>
            <a:r>
              <a:rPr spc="204" dirty="0"/>
              <a:t> </a:t>
            </a:r>
            <a:r>
              <a:rPr spc="285" dirty="0"/>
              <a:t>NHIÊN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23899" y="1685918"/>
            <a:ext cx="4429125" cy="1200785"/>
            <a:chOff x="723899" y="1685918"/>
            <a:chExt cx="4429125" cy="1200785"/>
          </a:xfrm>
        </p:grpSpPr>
        <p:sp>
          <p:nvSpPr>
            <p:cNvPr id="6" name="object 6"/>
            <p:cNvSpPr/>
            <p:nvPr/>
          </p:nvSpPr>
          <p:spPr>
            <a:xfrm>
              <a:off x="723899" y="1685918"/>
              <a:ext cx="4429125" cy="1200150"/>
            </a:xfrm>
            <a:custGeom>
              <a:avLst/>
              <a:gdLst/>
              <a:ahLst/>
              <a:cxnLst/>
              <a:rect l="l" t="t" r="r" b="b"/>
              <a:pathLst>
                <a:path w="4429125" h="1200150">
                  <a:moveTo>
                    <a:pt x="4333874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2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33874" y="0"/>
                  </a:lnTo>
                  <a:lnTo>
                    <a:pt x="4378820" y="11259"/>
                  </a:lnTo>
                  <a:lnTo>
                    <a:pt x="4413086" y="42321"/>
                  </a:lnTo>
                  <a:lnTo>
                    <a:pt x="4428671" y="85866"/>
                  </a:lnTo>
                  <a:lnTo>
                    <a:pt x="4429124" y="95249"/>
                  </a:lnTo>
                  <a:lnTo>
                    <a:pt x="4429124" y="1104899"/>
                  </a:lnTo>
                  <a:lnTo>
                    <a:pt x="4417863" y="1149845"/>
                  </a:lnTo>
                  <a:lnTo>
                    <a:pt x="4386802" y="1184112"/>
                  </a:lnTo>
                  <a:lnTo>
                    <a:pt x="4343257" y="1199696"/>
                  </a:lnTo>
                  <a:lnTo>
                    <a:pt x="4333874" y="12001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85925"/>
              <a:ext cx="4429125" cy="1200150"/>
            </a:xfrm>
            <a:custGeom>
              <a:avLst/>
              <a:gdLst/>
              <a:ahLst/>
              <a:cxnLst/>
              <a:rect l="l" t="t" r="r" b="b"/>
              <a:pathLst>
                <a:path w="4429125" h="1200150">
                  <a:moveTo>
                    <a:pt x="4333874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2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333874" y="0"/>
                  </a:lnTo>
                  <a:lnTo>
                    <a:pt x="4343257" y="453"/>
                  </a:lnTo>
                  <a:lnTo>
                    <a:pt x="4352460" y="1812"/>
                  </a:lnTo>
                  <a:lnTo>
                    <a:pt x="4361482" y="4078"/>
                  </a:lnTo>
                  <a:lnTo>
                    <a:pt x="4370324" y="7250"/>
                  </a:lnTo>
                  <a:lnTo>
                    <a:pt x="437514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10528"/>
                  </a:lnTo>
                  <a:lnTo>
                    <a:pt x="20845" y="1147845"/>
                  </a:lnTo>
                  <a:lnTo>
                    <a:pt x="52303" y="1179304"/>
                  </a:lnTo>
                  <a:lnTo>
                    <a:pt x="89621" y="1190624"/>
                  </a:lnTo>
                  <a:lnTo>
                    <a:pt x="4375143" y="1190624"/>
                  </a:lnTo>
                  <a:lnTo>
                    <a:pt x="4370324" y="1192899"/>
                  </a:lnTo>
                  <a:lnTo>
                    <a:pt x="4361482" y="1196071"/>
                  </a:lnTo>
                  <a:lnTo>
                    <a:pt x="4352460" y="1198337"/>
                  </a:lnTo>
                  <a:lnTo>
                    <a:pt x="4343257" y="1199696"/>
                  </a:lnTo>
                  <a:lnTo>
                    <a:pt x="4333874" y="1200149"/>
                  </a:lnTo>
                  <a:close/>
                </a:path>
                <a:path w="4429125" h="1200150">
                  <a:moveTo>
                    <a:pt x="4375143" y="1190624"/>
                  </a:moveTo>
                  <a:lnTo>
                    <a:pt x="4339503" y="1190624"/>
                  </a:lnTo>
                  <a:lnTo>
                    <a:pt x="4345077" y="1190075"/>
                  </a:lnTo>
                  <a:lnTo>
                    <a:pt x="4356118" y="1187879"/>
                  </a:lnTo>
                  <a:lnTo>
                    <a:pt x="4390511" y="1169496"/>
                  </a:lnTo>
                  <a:lnTo>
                    <a:pt x="4415227" y="1132505"/>
                  </a:lnTo>
                  <a:lnTo>
                    <a:pt x="4419599" y="1110528"/>
                  </a:lnTo>
                  <a:lnTo>
                    <a:pt x="4419599" y="89621"/>
                  </a:lnTo>
                  <a:lnTo>
                    <a:pt x="4408278" y="52303"/>
                  </a:lnTo>
                  <a:lnTo>
                    <a:pt x="4376819" y="20845"/>
                  </a:lnTo>
                  <a:lnTo>
                    <a:pt x="4339503" y="9524"/>
                  </a:lnTo>
                  <a:lnTo>
                    <a:pt x="4375144" y="9524"/>
                  </a:lnTo>
                  <a:lnTo>
                    <a:pt x="4407540" y="34853"/>
                  </a:lnTo>
                  <a:lnTo>
                    <a:pt x="4427311" y="76663"/>
                  </a:lnTo>
                  <a:lnTo>
                    <a:pt x="4429124" y="1104899"/>
                  </a:lnTo>
                  <a:lnTo>
                    <a:pt x="4428671" y="1114282"/>
                  </a:lnTo>
                  <a:lnTo>
                    <a:pt x="4413086" y="1157827"/>
                  </a:lnTo>
                  <a:lnTo>
                    <a:pt x="4378820" y="1188889"/>
                  </a:lnTo>
                  <a:lnTo>
                    <a:pt x="4375143" y="11906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5306" y="1920875"/>
            <a:ext cx="861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DFE2DA"/>
                </a:solidFill>
                <a:latin typeface="Cambria"/>
                <a:cs typeface="Cambria"/>
              </a:rPr>
              <a:t>SỰ</a:t>
            </a:r>
            <a:r>
              <a:rPr sz="1050" b="1" spc="90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1050" b="1" dirty="0">
                <a:solidFill>
                  <a:srgbClr val="DFE2DA"/>
                </a:solidFill>
                <a:latin typeface="Cambria"/>
                <a:cs typeface="Cambria"/>
              </a:rPr>
              <a:t>HÒA</a:t>
            </a:r>
            <a:r>
              <a:rPr sz="1050" b="1" spc="90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1050" b="1" spc="-25" dirty="0">
                <a:solidFill>
                  <a:srgbClr val="DFE2DA"/>
                </a:solidFill>
                <a:latin typeface="Cambria"/>
                <a:cs typeface="Cambria"/>
              </a:rPr>
              <a:t>HỢP</a:t>
            </a:r>
            <a:endParaRPr sz="105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306" y="2245472"/>
            <a:ext cx="4020394" cy="50013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30"/>
              </a:spcBef>
            </a:pP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34024" y="1685918"/>
            <a:ext cx="4438650" cy="1200785"/>
            <a:chOff x="5534024" y="1685918"/>
            <a:chExt cx="4438650" cy="1200785"/>
          </a:xfrm>
        </p:grpSpPr>
        <p:sp>
          <p:nvSpPr>
            <p:cNvPr id="11" name="object 11"/>
            <p:cNvSpPr/>
            <p:nvPr/>
          </p:nvSpPr>
          <p:spPr>
            <a:xfrm>
              <a:off x="5534024" y="1685918"/>
              <a:ext cx="4438650" cy="1200150"/>
            </a:xfrm>
            <a:custGeom>
              <a:avLst/>
              <a:gdLst/>
              <a:ahLst/>
              <a:cxnLst/>
              <a:rect l="l" t="t" r="r" b="b"/>
              <a:pathLst>
                <a:path w="4438650" h="1200150">
                  <a:moveTo>
                    <a:pt x="4343399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2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343399" y="0"/>
                  </a:lnTo>
                  <a:lnTo>
                    <a:pt x="4388344" y="11259"/>
                  </a:lnTo>
                  <a:lnTo>
                    <a:pt x="4422610" y="42321"/>
                  </a:lnTo>
                  <a:lnTo>
                    <a:pt x="4438196" y="85866"/>
                  </a:lnTo>
                  <a:lnTo>
                    <a:pt x="4438649" y="95249"/>
                  </a:lnTo>
                  <a:lnTo>
                    <a:pt x="4438649" y="1104899"/>
                  </a:lnTo>
                  <a:lnTo>
                    <a:pt x="4427388" y="1149845"/>
                  </a:lnTo>
                  <a:lnTo>
                    <a:pt x="4396326" y="1184112"/>
                  </a:lnTo>
                  <a:lnTo>
                    <a:pt x="4352782" y="1199696"/>
                  </a:lnTo>
                  <a:lnTo>
                    <a:pt x="4343399" y="12001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4024" y="1685925"/>
              <a:ext cx="4438650" cy="1200150"/>
            </a:xfrm>
            <a:custGeom>
              <a:avLst/>
              <a:gdLst/>
              <a:ahLst/>
              <a:cxnLst/>
              <a:rect l="l" t="t" r="r" b="b"/>
              <a:pathLst>
                <a:path w="4438650" h="1200150">
                  <a:moveTo>
                    <a:pt x="4343399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2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4343399" y="0"/>
                  </a:lnTo>
                  <a:lnTo>
                    <a:pt x="4352782" y="453"/>
                  </a:lnTo>
                  <a:lnTo>
                    <a:pt x="4361984" y="1812"/>
                  </a:lnTo>
                  <a:lnTo>
                    <a:pt x="4371006" y="4078"/>
                  </a:lnTo>
                  <a:lnTo>
                    <a:pt x="4379848" y="7250"/>
                  </a:lnTo>
                  <a:lnTo>
                    <a:pt x="4384668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10528"/>
                  </a:lnTo>
                  <a:lnTo>
                    <a:pt x="20844" y="1147845"/>
                  </a:lnTo>
                  <a:lnTo>
                    <a:pt x="52303" y="1179304"/>
                  </a:lnTo>
                  <a:lnTo>
                    <a:pt x="89621" y="1190624"/>
                  </a:lnTo>
                  <a:lnTo>
                    <a:pt x="4384668" y="1190624"/>
                  </a:lnTo>
                  <a:lnTo>
                    <a:pt x="4379848" y="1192899"/>
                  </a:lnTo>
                  <a:lnTo>
                    <a:pt x="4371006" y="1196071"/>
                  </a:lnTo>
                  <a:lnTo>
                    <a:pt x="4361984" y="1198337"/>
                  </a:lnTo>
                  <a:lnTo>
                    <a:pt x="4352782" y="1199696"/>
                  </a:lnTo>
                  <a:lnTo>
                    <a:pt x="4343399" y="1200149"/>
                  </a:lnTo>
                  <a:close/>
                </a:path>
                <a:path w="4438650" h="1200150">
                  <a:moveTo>
                    <a:pt x="4384668" y="1190624"/>
                  </a:moveTo>
                  <a:lnTo>
                    <a:pt x="4349028" y="1190624"/>
                  </a:lnTo>
                  <a:lnTo>
                    <a:pt x="4354602" y="1190075"/>
                  </a:lnTo>
                  <a:lnTo>
                    <a:pt x="4365643" y="1187879"/>
                  </a:lnTo>
                  <a:lnTo>
                    <a:pt x="4400035" y="1169496"/>
                  </a:lnTo>
                  <a:lnTo>
                    <a:pt x="4424752" y="1132505"/>
                  </a:lnTo>
                  <a:lnTo>
                    <a:pt x="4429124" y="1110528"/>
                  </a:lnTo>
                  <a:lnTo>
                    <a:pt x="4429124" y="89621"/>
                  </a:lnTo>
                  <a:lnTo>
                    <a:pt x="4417804" y="52303"/>
                  </a:lnTo>
                  <a:lnTo>
                    <a:pt x="4386345" y="20845"/>
                  </a:lnTo>
                  <a:lnTo>
                    <a:pt x="4349028" y="9524"/>
                  </a:lnTo>
                  <a:lnTo>
                    <a:pt x="4384668" y="9524"/>
                  </a:lnTo>
                  <a:lnTo>
                    <a:pt x="4417065" y="34853"/>
                  </a:lnTo>
                  <a:lnTo>
                    <a:pt x="4436836" y="76663"/>
                  </a:lnTo>
                  <a:lnTo>
                    <a:pt x="4438649" y="1104899"/>
                  </a:lnTo>
                  <a:lnTo>
                    <a:pt x="4438196" y="1114282"/>
                  </a:lnTo>
                  <a:lnTo>
                    <a:pt x="4422610" y="1157827"/>
                  </a:lnTo>
                  <a:lnTo>
                    <a:pt x="4388344" y="1188889"/>
                  </a:lnTo>
                  <a:lnTo>
                    <a:pt x="4384668" y="11906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61830" y="1920875"/>
            <a:ext cx="13106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80" dirty="0">
                <a:solidFill>
                  <a:srgbClr val="DFE2DA"/>
                </a:solidFill>
                <a:latin typeface="Cambria"/>
                <a:cs typeface="Cambria"/>
              </a:rPr>
              <a:t>HỆ</a:t>
            </a:r>
            <a:r>
              <a:rPr sz="1050" b="1" spc="6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1050" b="1" dirty="0">
                <a:solidFill>
                  <a:srgbClr val="DFE2DA"/>
                </a:solidFill>
                <a:latin typeface="Cambria"/>
                <a:cs typeface="Cambria"/>
              </a:rPr>
              <a:t>QUẢ</a:t>
            </a:r>
            <a:r>
              <a:rPr sz="1050" b="1" spc="70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1050" b="1" spc="85" dirty="0">
                <a:solidFill>
                  <a:srgbClr val="DFE2DA"/>
                </a:solidFill>
                <a:latin typeface="Cambria"/>
                <a:cs typeface="Cambria"/>
              </a:rPr>
              <a:t>SINH</a:t>
            </a:r>
            <a:r>
              <a:rPr sz="1050" b="1" spc="6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1050" b="1" spc="45" dirty="0">
                <a:solidFill>
                  <a:srgbClr val="DFE2DA"/>
                </a:solidFill>
                <a:latin typeface="Cambria"/>
                <a:cs typeface="Cambria"/>
              </a:rPr>
              <a:t>THÁI</a:t>
            </a:r>
            <a:endParaRPr sz="1050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61830" y="2245472"/>
            <a:ext cx="4004470" cy="50013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30"/>
              </a:spcBef>
            </a:pP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nhát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búa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vào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rừng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già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sz="1600" i="1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8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600" i="1" spc="-1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 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600" i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sz="1600" i="1" spc="-1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3899" y="3114668"/>
            <a:ext cx="9248775" cy="705485"/>
            <a:chOff x="723899" y="3114668"/>
            <a:chExt cx="9248775" cy="705485"/>
          </a:xfrm>
        </p:grpSpPr>
        <p:sp>
          <p:nvSpPr>
            <p:cNvPr id="16" name="object 16"/>
            <p:cNvSpPr/>
            <p:nvPr/>
          </p:nvSpPr>
          <p:spPr>
            <a:xfrm>
              <a:off x="723899" y="3114668"/>
              <a:ext cx="9248775" cy="704850"/>
            </a:xfrm>
            <a:custGeom>
              <a:avLst/>
              <a:gdLst/>
              <a:ahLst/>
              <a:cxnLst/>
              <a:rect l="l" t="t" r="r" b="b"/>
              <a:pathLst>
                <a:path w="9248775" h="704850">
                  <a:moveTo>
                    <a:pt x="9153524" y="704849"/>
                  </a:moveTo>
                  <a:lnTo>
                    <a:pt x="95249" y="704849"/>
                  </a:lnTo>
                  <a:lnTo>
                    <a:pt x="85866" y="704396"/>
                  </a:lnTo>
                  <a:lnTo>
                    <a:pt x="42321" y="688812"/>
                  </a:lnTo>
                  <a:lnTo>
                    <a:pt x="11259" y="654545"/>
                  </a:lnTo>
                  <a:lnTo>
                    <a:pt x="0" y="609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9153524" y="0"/>
                  </a:lnTo>
                  <a:lnTo>
                    <a:pt x="9198469" y="11259"/>
                  </a:lnTo>
                  <a:lnTo>
                    <a:pt x="9232735" y="42321"/>
                  </a:lnTo>
                  <a:lnTo>
                    <a:pt x="9248320" y="85866"/>
                  </a:lnTo>
                  <a:lnTo>
                    <a:pt x="9248774" y="95249"/>
                  </a:lnTo>
                  <a:lnTo>
                    <a:pt x="9248774" y="609599"/>
                  </a:lnTo>
                  <a:lnTo>
                    <a:pt x="9237513" y="654545"/>
                  </a:lnTo>
                  <a:lnTo>
                    <a:pt x="9206451" y="688812"/>
                  </a:lnTo>
                  <a:lnTo>
                    <a:pt x="9162906" y="704396"/>
                  </a:lnTo>
                  <a:lnTo>
                    <a:pt x="9153524" y="7048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899" y="3114675"/>
              <a:ext cx="9248775" cy="704850"/>
            </a:xfrm>
            <a:custGeom>
              <a:avLst/>
              <a:gdLst/>
              <a:ahLst/>
              <a:cxnLst/>
              <a:rect l="l" t="t" r="r" b="b"/>
              <a:pathLst>
                <a:path w="9248775" h="704850">
                  <a:moveTo>
                    <a:pt x="9153524" y="704849"/>
                  </a:moveTo>
                  <a:lnTo>
                    <a:pt x="95249" y="704849"/>
                  </a:lnTo>
                  <a:lnTo>
                    <a:pt x="85866" y="704396"/>
                  </a:lnTo>
                  <a:lnTo>
                    <a:pt x="42321" y="688812"/>
                  </a:lnTo>
                  <a:lnTo>
                    <a:pt x="11259" y="654545"/>
                  </a:lnTo>
                  <a:lnTo>
                    <a:pt x="0" y="609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9153524" y="0"/>
                  </a:lnTo>
                  <a:lnTo>
                    <a:pt x="9194793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615228"/>
                  </a:lnTo>
                  <a:lnTo>
                    <a:pt x="20845" y="652545"/>
                  </a:lnTo>
                  <a:lnTo>
                    <a:pt x="52303" y="684004"/>
                  </a:lnTo>
                  <a:lnTo>
                    <a:pt x="89621" y="695324"/>
                  </a:lnTo>
                  <a:lnTo>
                    <a:pt x="9194793" y="695324"/>
                  </a:lnTo>
                  <a:lnTo>
                    <a:pt x="9189973" y="697599"/>
                  </a:lnTo>
                  <a:lnTo>
                    <a:pt x="9181131" y="700771"/>
                  </a:lnTo>
                  <a:lnTo>
                    <a:pt x="9172109" y="703037"/>
                  </a:lnTo>
                  <a:lnTo>
                    <a:pt x="9162907" y="704396"/>
                  </a:lnTo>
                  <a:lnTo>
                    <a:pt x="9153524" y="704849"/>
                  </a:lnTo>
                  <a:close/>
                </a:path>
                <a:path w="9248775" h="704850">
                  <a:moveTo>
                    <a:pt x="9194793" y="695324"/>
                  </a:moveTo>
                  <a:lnTo>
                    <a:pt x="9159153" y="695324"/>
                  </a:lnTo>
                  <a:lnTo>
                    <a:pt x="9164727" y="694775"/>
                  </a:lnTo>
                  <a:lnTo>
                    <a:pt x="9175768" y="692579"/>
                  </a:lnTo>
                  <a:lnTo>
                    <a:pt x="9210160" y="674196"/>
                  </a:lnTo>
                  <a:lnTo>
                    <a:pt x="9234877" y="637205"/>
                  </a:lnTo>
                  <a:lnTo>
                    <a:pt x="9239249" y="615228"/>
                  </a:lnTo>
                  <a:lnTo>
                    <a:pt x="9239249" y="89621"/>
                  </a:lnTo>
                  <a:lnTo>
                    <a:pt x="9227927" y="52303"/>
                  </a:lnTo>
                  <a:lnTo>
                    <a:pt x="9196469" y="20845"/>
                  </a:lnTo>
                  <a:lnTo>
                    <a:pt x="9159153" y="9524"/>
                  </a:lnTo>
                  <a:lnTo>
                    <a:pt x="9194793" y="9524"/>
                  </a:lnTo>
                  <a:lnTo>
                    <a:pt x="9227190" y="34852"/>
                  </a:lnTo>
                  <a:lnTo>
                    <a:pt x="9246961" y="76663"/>
                  </a:lnTo>
                  <a:lnTo>
                    <a:pt x="9248774" y="609599"/>
                  </a:lnTo>
                  <a:lnTo>
                    <a:pt x="9248321" y="618982"/>
                  </a:lnTo>
                  <a:lnTo>
                    <a:pt x="9232735" y="662527"/>
                  </a:lnTo>
                  <a:lnTo>
                    <a:pt x="9198469" y="693589"/>
                  </a:lnTo>
                  <a:lnTo>
                    <a:pt x="9194793" y="6953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09476" y="3325995"/>
            <a:ext cx="8556824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"Bảo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trào,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sz="1600" b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bảo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sz="1600" b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b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sz="1600" b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ta."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7850" y="2035175"/>
            <a:ext cx="61963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200" dirty="0">
                <a:solidFill>
                  <a:srgbClr val="DFE2DA"/>
                </a:solidFill>
                <a:latin typeface="Cambria"/>
                <a:cs typeface="Cambria"/>
              </a:rPr>
              <a:t>THÔNG</a:t>
            </a:r>
            <a:r>
              <a:rPr sz="2700" b="1" spc="50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2700" b="1" spc="140" dirty="0">
                <a:solidFill>
                  <a:srgbClr val="DFE2DA"/>
                </a:solidFill>
                <a:latin typeface="Cambria"/>
                <a:cs typeface="Cambria"/>
              </a:rPr>
              <a:t>ĐIỆP</a:t>
            </a:r>
            <a:r>
              <a:rPr sz="2700" b="1" spc="5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2700" b="1" spc="175" dirty="0">
                <a:solidFill>
                  <a:srgbClr val="DFE2DA"/>
                </a:solidFill>
                <a:latin typeface="Cambria"/>
                <a:cs typeface="Cambria"/>
              </a:rPr>
              <a:t>CỦA</a:t>
            </a:r>
            <a:r>
              <a:rPr sz="2700" b="1" spc="5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2700" b="1" spc="195" dirty="0">
                <a:solidFill>
                  <a:srgbClr val="DFE2DA"/>
                </a:solidFill>
                <a:latin typeface="Cambria"/>
                <a:cs typeface="Cambria"/>
              </a:rPr>
              <a:t>TRẦN</a:t>
            </a:r>
            <a:r>
              <a:rPr sz="2700" b="1" spc="5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2700" b="1" spc="175" dirty="0">
                <a:solidFill>
                  <a:srgbClr val="DFE2DA"/>
                </a:solidFill>
                <a:latin typeface="Cambria"/>
                <a:cs typeface="Cambria"/>
              </a:rPr>
              <a:t>DUY</a:t>
            </a:r>
            <a:r>
              <a:rPr sz="2700" b="1" spc="5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2700" b="1" spc="170" dirty="0">
                <a:solidFill>
                  <a:srgbClr val="DFE2DA"/>
                </a:solidFill>
                <a:latin typeface="Cambria"/>
                <a:cs typeface="Cambria"/>
              </a:rPr>
              <a:t>PHIÊN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76324" y="2771768"/>
            <a:ext cx="8534400" cy="2705100"/>
            <a:chOff x="1076324" y="2771768"/>
            <a:chExt cx="8534400" cy="2705100"/>
          </a:xfrm>
        </p:grpSpPr>
        <p:sp>
          <p:nvSpPr>
            <p:cNvPr id="4" name="object 4"/>
            <p:cNvSpPr/>
            <p:nvPr/>
          </p:nvSpPr>
          <p:spPr>
            <a:xfrm>
              <a:off x="1076324" y="2771768"/>
              <a:ext cx="8534400" cy="2705100"/>
            </a:xfrm>
            <a:custGeom>
              <a:avLst/>
              <a:gdLst/>
              <a:ahLst/>
              <a:cxnLst/>
              <a:rect l="l" t="t" r="r" b="b"/>
              <a:pathLst>
                <a:path w="8534400" h="2705100">
                  <a:moveTo>
                    <a:pt x="8439149" y="2705099"/>
                  </a:moveTo>
                  <a:lnTo>
                    <a:pt x="95249" y="2705099"/>
                  </a:lnTo>
                  <a:lnTo>
                    <a:pt x="85866" y="2704646"/>
                  </a:lnTo>
                  <a:lnTo>
                    <a:pt x="42321" y="2689061"/>
                  </a:lnTo>
                  <a:lnTo>
                    <a:pt x="11259" y="2654795"/>
                  </a:lnTo>
                  <a:lnTo>
                    <a:pt x="0" y="26098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8439149" y="0"/>
                  </a:lnTo>
                  <a:lnTo>
                    <a:pt x="8484094" y="11259"/>
                  </a:lnTo>
                  <a:lnTo>
                    <a:pt x="8518360" y="42321"/>
                  </a:lnTo>
                  <a:lnTo>
                    <a:pt x="8533945" y="85866"/>
                  </a:lnTo>
                  <a:lnTo>
                    <a:pt x="8534399" y="95249"/>
                  </a:lnTo>
                  <a:lnTo>
                    <a:pt x="8534399" y="2609849"/>
                  </a:lnTo>
                  <a:lnTo>
                    <a:pt x="8523138" y="2654795"/>
                  </a:lnTo>
                  <a:lnTo>
                    <a:pt x="8492075" y="2689061"/>
                  </a:lnTo>
                  <a:lnTo>
                    <a:pt x="8448531" y="2704646"/>
                  </a:lnTo>
                  <a:lnTo>
                    <a:pt x="8439149" y="27050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6324" y="2771774"/>
              <a:ext cx="8534400" cy="2705100"/>
            </a:xfrm>
            <a:custGeom>
              <a:avLst/>
              <a:gdLst/>
              <a:ahLst/>
              <a:cxnLst/>
              <a:rect l="l" t="t" r="r" b="b"/>
              <a:pathLst>
                <a:path w="8534400" h="2705100">
                  <a:moveTo>
                    <a:pt x="8439149" y="2705099"/>
                  </a:moveTo>
                  <a:lnTo>
                    <a:pt x="95249" y="2705099"/>
                  </a:lnTo>
                  <a:lnTo>
                    <a:pt x="85866" y="2704646"/>
                  </a:lnTo>
                  <a:lnTo>
                    <a:pt x="42321" y="2689061"/>
                  </a:lnTo>
                  <a:lnTo>
                    <a:pt x="11259" y="2654795"/>
                  </a:lnTo>
                  <a:lnTo>
                    <a:pt x="0" y="26098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8439149" y="0"/>
                  </a:lnTo>
                  <a:lnTo>
                    <a:pt x="8480419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2615478"/>
                  </a:lnTo>
                  <a:lnTo>
                    <a:pt x="20845" y="2652795"/>
                  </a:lnTo>
                  <a:lnTo>
                    <a:pt x="52303" y="2684254"/>
                  </a:lnTo>
                  <a:lnTo>
                    <a:pt x="89621" y="2695574"/>
                  </a:lnTo>
                  <a:lnTo>
                    <a:pt x="8480417" y="2695574"/>
                  </a:lnTo>
                  <a:lnTo>
                    <a:pt x="8475598" y="2697849"/>
                  </a:lnTo>
                  <a:lnTo>
                    <a:pt x="8466756" y="2701021"/>
                  </a:lnTo>
                  <a:lnTo>
                    <a:pt x="8457734" y="2703286"/>
                  </a:lnTo>
                  <a:lnTo>
                    <a:pt x="8448532" y="2704646"/>
                  </a:lnTo>
                  <a:lnTo>
                    <a:pt x="8439149" y="2705099"/>
                  </a:lnTo>
                  <a:close/>
                </a:path>
                <a:path w="8534400" h="2705100">
                  <a:moveTo>
                    <a:pt x="8480417" y="2695574"/>
                  </a:moveTo>
                  <a:lnTo>
                    <a:pt x="8444777" y="2695574"/>
                  </a:lnTo>
                  <a:lnTo>
                    <a:pt x="8450352" y="2695025"/>
                  </a:lnTo>
                  <a:lnTo>
                    <a:pt x="8461393" y="2692829"/>
                  </a:lnTo>
                  <a:lnTo>
                    <a:pt x="8495784" y="2674446"/>
                  </a:lnTo>
                  <a:lnTo>
                    <a:pt x="8520502" y="2637455"/>
                  </a:lnTo>
                  <a:lnTo>
                    <a:pt x="8524874" y="2615478"/>
                  </a:lnTo>
                  <a:lnTo>
                    <a:pt x="8524874" y="89621"/>
                  </a:lnTo>
                  <a:lnTo>
                    <a:pt x="8513553" y="52303"/>
                  </a:lnTo>
                  <a:lnTo>
                    <a:pt x="8482094" y="20845"/>
                  </a:lnTo>
                  <a:lnTo>
                    <a:pt x="8444777" y="9524"/>
                  </a:lnTo>
                  <a:lnTo>
                    <a:pt x="8480419" y="9524"/>
                  </a:lnTo>
                  <a:lnTo>
                    <a:pt x="8512814" y="34852"/>
                  </a:lnTo>
                  <a:lnTo>
                    <a:pt x="8532586" y="76663"/>
                  </a:lnTo>
                  <a:lnTo>
                    <a:pt x="8534399" y="2609849"/>
                  </a:lnTo>
                  <a:lnTo>
                    <a:pt x="8533946" y="2619232"/>
                  </a:lnTo>
                  <a:lnTo>
                    <a:pt x="8518360" y="2662777"/>
                  </a:lnTo>
                  <a:lnTo>
                    <a:pt x="8484094" y="2693839"/>
                  </a:lnTo>
                  <a:lnTo>
                    <a:pt x="8480417" y="26955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5449" y="4581521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7296149" y="0"/>
                  </a:lnTo>
                  <a:lnTo>
                    <a:pt x="7296149" y="95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73088" y="3173020"/>
            <a:ext cx="714565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8900"/>
              </a:lnSpc>
              <a:spcBef>
                <a:spcPts val="100"/>
              </a:spcBef>
            </a:pPr>
            <a:r>
              <a:rPr sz="2050" i="1" spc="-150" dirty="0">
                <a:solidFill>
                  <a:srgbClr val="DFE2DA"/>
                </a:solidFill>
                <a:latin typeface="Verdana"/>
                <a:cs typeface="Verdana"/>
              </a:rPr>
              <a:t>"Hành</a:t>
            </a:r>
            <a:r>
              <a:rPr sz="2050" i="1" spc="-22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850" i="1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950" i="1" dirty="0">
                <a:solidFill>
                  <a:srgbClr val="DFE2DA"/>
                </a:solidFill>
                <a:latin typeface="Arial"/>
                <a:cs typeface="Arial"/>
              </a:rPr>
              <a:t>ộ</a:t>
            </a:r>
            <a:r>
              <a:rPr sz="2050" i="1" dirty="0">
                <a:solidFill>
                  <a:srgbClr val="DFE2DA"/>
                </a:solidFill>
                <a:latin typeface="Verdana"/>
                <a:cs typeface="Verdana"/>
              </a:rPr>
              <a:t>ng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14" dirty="0">
                <a:solidFill>
                  <a:srgbClr val="DFE2DA"/>
                </a:solidFill>
                <a:latin typeface="Verdana"/>
                <a:cs typeface="Verdana"/>
              </a:rPr>
              <a:t>phá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90" dirty="0">
                <a:solidFill>
                  <a:srgbClr val="DFE2DA"/>
                </a:solidFill>
                <a:latin typeface="Verdana"/>
                <a:cs typeface="Verdana"/>
              </a:rPr>
              <a:t>r</a:t>
            </a:r>
            <a:r>
              <a:rPr sz="1950" i="1" spc="-90" dirty="0">
                <a:solidFill>
                  <a:srgbClr val="DFE2DA"/>
                </a:solidFill>
                <a:latin typeface="Arial"/>
                <a:cs typeface="Arial"/>
              </a:rPr>
              <a:t>ừ</a:t>
            </a:r>
            <a:r>
              <a:rPr sz="2050" i="1" spc="-90" dirty="0">
                <a:solidFill>
                  <a:srgbClr val="DFE2DA"/>
                </a:solidFill>
                <a:latin typeface="Verdana"/>
                <a:cs typeface="Verdana"/>
              </a:rPr>
              <a:t>ng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70" dirty="0">
                <a:solidFill>
                  <a:srgbClr val="DFE2DA"/>
                </a:solidFill>
                <a:latin typeface="Verdana"/>
                <a:cs typeface="Verdana"/>
              </a:rPr>
              <a:t>d</a:t>
            </a:r>
            <a:r>
              <a:rPr sz="1950" i="1" spc="-70" dirty="0">
                <a:solidFill>
                  <a:srgbClr val="DFE2DA"/>
                </a:solidFill>
                <a:latin typeface="Arial"/>
                <a:cs typeface="Arial"/>
              </a:rPr>
              <a:t>ự</a:t>
            </a:r>
            <a:r>
              <a:rPr sz="2050" i="1" spc="-70" dirty="0">
                <a:solidFill>
                  <a:srgbClr val="DFE2DA"/>
                </a:solidFill>
                <a:latin typeface="Verdana"/>
                <a:cs typeface="Verdana"/>
              </a:rPr>
              <a:t>ng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25" dirty="0">
                <a:solidFill>
                  <a:srgbClr val="DFE2DA"/>
                </a:solidFill>
                <a:latin typeface="Verdana"/>
                <a:cs typeface="Verdana"/>
              </a:rPr>
              <a:t>nhà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35" dirty="0">
                <a:solidFill>
                  <a:srgbClr val="DFE2DA"/>
                </a:solidFill>
                <a:latin typeface="Verdana"/>
                <a:cs typeface="Verdana"/>
              </a:rPr>
              <a:t>c</a:t>
            </a:r>
            <a:r>
              <a:rPr sz="1950" i="1" spc="-35" dirty="0">
                <a:solidFill>
                  <a:srgbClr val="DFE2DA"/>
                </a:solidFill>
                <a:latin typeface="Arial"/>
                <a:cs typeface="Arial"/>
              </a:rPr>
              <a:t>ủ</a:t>
            </a:r>
            <a:r>
              <a:rPr sz="2050" i="1" spc="-35" dirty="0">
                <a:solidFill>
                  <a:srgbClr val="DFE2DA"/>
                </a:solidFill>
                <a:latin typeface="Verdana"/>
                <a:cs typeface="Verdana"/>
              </a:rPr>
              <a:t>a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10" dirty="0">
                <a:solidFill>
                  <a:srgbClr val="DFE2DA"/>
                </a:solidFill>
                <a:latin typeface="Verdana"/>
                <a:cs typeface="Verdana"/>
              </a:rPr>
              <a:t>gia</a:t>
            </a:r>
            <a:r>
              <a:rPr sz="2050" i="1" spc="-22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850" i="1" spc="-25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2050" i="1" spc="-25" dirty="0">
                <a:solidFill>
                  <a:srgbClr val="DFE2DA"/>
                </a:solidFill>
                <a:latin typeface="Verdana"/>
                <a:cs typeface="Verdana"/>
              </a:rPr>
              <a:t>ình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dirty="0">
                <a:solidFill>
                  <a:srgbClr val="DFE2DA"/>
                </a:solidFill>
                <a:latin typeface="Verdana"/>
                <a:cs typeface="Verdana"/>
              </a:rPr>
              <a:t>b</a:t>
            </a:r>
            <a:r>
              <a:rPr sz="1950" i="1" dirty="0">
                <a:solidFill>
                  <a:srgbClr val="DFE2DA"/>
                </a:solidFill>
                <a:latin typeface="Arial"/>
                <a:cs typeface="Arial"/>
              </a:rPr>
              <a:t>ố</a:t>
            </a:r>
            <a:r>
              <a:rPr sz="1950" i="1" spc="-4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050" i="1" spc="-114" dirty="0">
                <a:solidFill>
                  <a:srgbClr val="DFE2DA"/>
                </a:solidFill>
                <a:latin typeface="Verdana"/>
                <a:cs typeface="Verdana"/>
              </a:rPr>
              <a:t>cháu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95" dirty="0">
                <a:solidFill>
                  <a:srgbClr val="DFE2DA"/>
                </a:solidFill>
                <a:latin typeface="Verdana"/>
                <a:cs typeface="Verdana"/>
              </a:rPr>
              <a:t>chính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25" dirty="0">
                <a:solidFill>
                  <a:srgbClr val="DFE2DA"/>
                </a:solidFill>
                <a:latin typeface="Verdana"/>
                <a:cs typeface="Verdana"/>
              </a:rPr>
              <a:t>là </a:t>
            </a:r>
            <a:r>
              <a:rPr sz="2050" i="1" spc="-95" dirty="0">
                <a:solidFill>
                  <a:srgbClr val="DFE2DA"/>
                </a:solidFill>
                <a:latin typeface="Verdana"/>
                <a:cs typeface="Verdana"/>
              </a:rPr>
              <a:t>hình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950" i="1" spc="-75" dirty="0">
                <a:solidFill>
                  <a:srgbClr val="DFE2DA"/>
                </a:solidFill>
                <a:latin typeface="Arial"/>
                <a:cs typeface="Arial"/>
              </a:rPr>
              <a:t>ả</a:t>
            </a:r>
            <a:r>
              <a:rPr sz="2050" i="1" spc="-75" dirty="0">
                <a:solidFill>
                  <a:srgbClr val="DFE2DA"/>
                </a:solidFill>
                <a:latin typeface="Verdana"/>
                <a:cs typeface="Verdana"/>
              </a:rPr>
              <a:t>nh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00" dirty="0">
                <a:solidFill>
                  <a:srgbClr val="DFE2DA"/>
                </a:solidFill>
                <a:latin typeface="Verdana"/>
                <a:cs typeface="Verdana"/>
              </a:rPr>
              <a:t>thu</a:t>
            </a:r>
            <a:r>
              <a:rPr sz="2050" i="1" spc="-229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45" dirty="0">
                <a:solidFill>
                  <a:srgbClr val="DFE2DA"/>
                </a:solidFill>
                <a:latin typeface="Verdana"/>
                <a:cs typeface="Verdana"/>
              </a:rPr>
              <a:t>nh</a:t>
            </a:r>
            <a:r>
              <a:rPr sz="1950" i="1" spc="-45" dirty="0">
                <a:solidFill>
                  <a:srgbClr val="DFE2DA"/>
                </a:solidFill>
                <a:latin typeface="Arial"/>
                <a:cs typeface="Arial"/>
              </a:rPr>
              <a:t>ỏ</a:t>
            </a:r>
            <a:r>
              <a:rPr sz="1950" i="1" spc="-60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050" i="1" spc="-35" dirty="0">
                <a:solidFill>
                  <a:srgbClr val="DFE2DA"/>
                </a:solidFill>
                <a:latin typeface="Verdana"/>
                <a:cs typeface="Verdana"/>
              </a:rPr>
              <a:t>c</a:t>
            </a:r>
            <a:r>
              <a:rPr sz="1950" i="1" spc="-35" dirty="0">
                <a:solidFill>
                  <a:srgbClr val="DFE2DA"/>
                </a:solidFill>
                <a:latin typeface="Arial"/>
                <a:cs typeface="Arial"/>
              </a:rPr>
              <a:t>ủ</a:t>
            </a:r>
            <a:r>
              <a:rPr sz="2050" i="1" spc="-35" dirty="0">
                <a:solidFill>
                  <a:srgbClr val="DFE2DA"/>
                </a:solidFill>
                <a:latin typeface="Verdana"/>
                <a:cs typeface="Verdana"/>
              </a:rPr>
              <a:t>a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xã</a:t>
            </a:r>
            <a:r>
              <a:rPr sz="2050" i="1" spc="-229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50" dirty="0">
                <a:solidFill>
                  <a:srgbClr val="DFE2DA"/>
                </a:solidFill>
                <a:latin typeface="Verdana"/>
                <a:cs typeface="Verdana"/>
              </a:rPr>
              <a:t>h</a:t>
            </a:r>
            <a:r>
              <a:rPr sz="1950" i="1" spc="-50" dirty="0">
                <a:solidFill>
                  <a:srgbClr val="DFE2DA"/>
                </a:solidFill>
                <a:latin typeface="Arial"/>
                <a:cs typeface="Arial"/>
              </a:rPr>
              <a:t>ộ</a:t>
            </a:r>
            <a:r>
              <a:rPr sz="2050" i="1" spc="-50" dirty="0">
                <a:solidFill>
                  <a:srgbClr val="DFE2DA"/>
                </a:solidFill>
                <a:latin typeface="Verdana"/>
                <a:cs typeface="Verdana"/>
              </a:rPr>
              <a:t>i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75" dirty="0">
                <a:solidFill>
                  <a:srgbClr val="DFE2DA"/>
                </a:solidFill>
                <a:latin typeface="Verdana"/>
                <a:cs typeface="Verdana"/>
              </a:rPr>
              <a:t>hi</a:t>
            </a:r>
            <a:r>
              <a:rPr sz="1950" i="1" spc="-75" dirty="0">
                <a:solidFill>
                  <a:srgbClr val="DFE2DA"/>
                </a:solidFill>
                <a:latin typeface="Arial"/>
                <a:cs typeface="Arial"/>
              </a:rPr>
              <a:t>ệ</a:t>
            </a:r>
            <a:r>
              <a:rPr sz="2050" i="1" spc="-75" dirty="0">
                <a:solidFill>
                  <a:srgbClr val="DFE2DA"/>
                </a:solidFill>
                <a:latin typeface="Verdana"/>
                <a:cs typeface="Verdana"/>
              </a:rPr>
              <a:t>n</a:t>
            </a:r>
            <a:r>
              <a:rPr sz="2050" i="1" spc="-229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850" i="1" spc="-120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950" i="1" spc="-120" dirty="0">
                <a:solidFill>
                  <a:srgbClr val="DFE2DA"/>
                </a:solidFill>
                <a:latin typeface="Arial"/>
                <a:cs typeface="Arial"/>
              </a:rPr>
              <a:t>ạ</a:t>
            </a:r>
            <a:r>
              <a:rPr sz="2050" i="1" spc="-120" dirty="0">
                <a:solidFill>
                  <a:srgbClr val="DFE2DA"/>
                </a:solidFill>
                <a:latin typeface="Verdana"/>
                <a:cs typeface="Verdana"/>
              </a:rPr>
              <a:t>i: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95" dirty="0">
                <a:solidFill>
                  <a:srgbClr val="DFE2DA"/>
                </a:solidFill>
                <a:latin typeface="Verdana"/>
                <a:cs typeface="Verdana"/>
              </a:rPr>
              <a:t>Tàn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14" dirty="0">
                <a:solidFill>
                  <a:srgbClr val="DFE2DA"/>
                </a:solidFill>
                <a:latin typeface="Verdana"/>
                <a:cs typeface="Verdana"/>
              </a:rPr>
              <a:t>phá</a:t>
            </a:r>
            <a:r>
              <a:rPr sz="2050" i="1" spc="-229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60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1950" i="1" spc="-60" dirty="0">
                <a:solidFill>
                  <a:srgbClr val="DFE2DA"/>
                </a:solidFill>
                <a:latin typeface="Arial"/>
                <a:cs typeface="Arial"/>
              </a:rPr>
              <a:t>ự </a:t>
            </a:r>
            <a:r>
              <a:rPr sz="2050" i="1" spc="-105" dirty="0">
                <a:solidFill>
                  <a:srgbClr val="DFE2DA"/>
                </a:solidFill>
                <a:latin typeface="Verdana"/>
                <a:cs typeface="Verdana"/>
              </a:rPr>
              <a:t>nhiên</a:t>
            </a:r>
            <a:r>
              <a:rPr sz="2050" i="1" spc="-23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1850" i="1" spc="95" dirty="0">
                <a:solidFill>
                  <a:srgbClr val="DFE2DA"/>
                </a:solidFill>
                <a:latin typeface="Arial"/>
                <a:cs typeface="Arial"/>
              </a:rPr>
              <a:t>đ</a:t>
            </a:r>
            <a:r>
              <a:rPr sz="1950" i="1" spc="95" dirty="0">
                <a:solidFill>
                  <a:srgbClr val="DFE2DA"/>
                </a:solidFill>
                <a:latin typeface="Arial"/>
                <a:cs typeface="Arial"/>
              </a:rPr>
              <a:t>ể</a:t>
            </a:r>
            <a:r>
              <a:rPr sz="1950" i="1" spc="-55" dirty="0">
                <a:solidFill>
                  <a:srgbClr val="DFE2DA"/>
                </a:solidFill>
                <a:latin typeface="Arial"/>
                <a:cs typeface="Arial"/>
              </a:rPr>
              <a:t> </a:t>
            </a:r>
            <a:r>
              <a:rPr sz="2050" i="1" spc="-25" dirty="0">
                <a:solidFill>
                  <a:srgbClr val="DFE2DA"/>
                </a:solidFill>
                <a:latin typeface="Verdana"/>
                <a:cs typeface="Verdana"/>
              </a:rPr>
              <a:t>xây </a:t>
            </a:r>
            <a:r>
              <a:rPr sz="2050" i="1" spc="-70" dirty="0">
                <a:solidFill>
                  <a:srgbClr val="DFE2DA"/>
                </a:solidFill>
                <a:latin typeface="Verdana"/>
                <a:cs typeface="Verdana"/>
              </a:rPr>
              <a:t>d</a:t>
            </a:r>
            <a:r>
              <a:rPr sz="1950" i="1" spc="-70" dirty="0">
                <a:solidFill>
                  <a:srgbClr val="DFE2DA"/>
                </a:solidFill>
                <a:latin typeface="Arial"/>
                <a:cs typeface="Arial"/>
              </a:rPr>
              <a:t>ự</a:t>
            </a:r>
            <a:r>
              <a:rPr sz="2050" i="1" spc="-70" dirty="0">
                <a:solidFill>
                  <a:srgbClr val="DFE2DA"/>
                </a:solidFill>
                <a:latin typeface="Verdana"/>
                <a:cs typeface="Verdana"/>
              </a:rPr>
              <a:t>ng</a:t>
            </a:r>
            <a:r>
              <a:rPr sz="2050" i="1" spc="-225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70" dirty="0">
                <a:solidFill>
                  <a:srgbClr val="DFE2DA"/>
                </a:solidFill>
                <a:latin typeface="Verdana"/>
                <a:cs typeface="Verdana"/>
              </a:rPr>
              <a:t>ti</a:t>
            </a:r>
            <a:r>
              <a:rPr sz="1950" i="1" spc="-70" dirty="0">
                <a:solidFill>
                  <a:srgbClr val="DFE2DA"/>
                </a:solidFill>
                <a:latin typeface="Arial"/>
                <a:cs typeface="Arial"/>
              </a:rPr>
              <a:t>ệ</a:t>
            </a:r>
            <a:r>
              <a:rPr sz="2050" i="1" spc="-70" dirty="0">
                <a:solidFill>
                  <a:srgbClr val="DFE2DA"/>
                </a:solidFill>
                <a:latin typeface="Verdana"/>
                <a:cs typeface="Verdana"/>
              </a:rPr>
              <a:t>n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85" dirty="0">
                <a:solidFill>
                  <a:srgbClr val="DFE2DA"/>
                </a:solidFill>
                <a:latin typeface="Verdana"/>
                <a:cs typeface="Verdana"/>
              </a:rPr>
              <a:t>nghi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80" dirty="0">
                <a:solidFill>
                  <a:srgbClr val="DFE2DA"/>
                </a:solidFill>
                <a:latin typeface="Verdana"/>
                <a:cs typeface="Verdana"/>
              </a:rPr>
              <a:t>nh</a:t>
            </a:r>
            <a:r>
              <a:rPr sz="1950" i="1" spc="-80" dirty="0">
                <a:solidFill>
                  <a:srgbClr val="DFE2DA"/>
                </a:solidFill>
                <a:latin typeface="Arial"/>
                <a:cs typeface="Arial"/>
              </a:rPr>
              <a:t>ấ</a:t>
            </a:r>
            <a:r>
              <a:rPr sz="2050" i="1" spc="-80" dirty="0">
                <a:solidFill>
                  <a:srgbClr val="DFE2DA"/>
                </a:solidFill>
                <a:latin typeface="Verdana"/>
                <a:cs typeface="Verdana"/>
              </a:rPr>
              <a:t>t</a:t>
            </a:r>
            <a:r>
              <a:rPr sz="2050" i="1" spc="-220" dirty="0">
                <a:solidFill>
                  <a:srgbClr val="DFE2DA"/>
                </a:solidFill>
                <a:latin typeface="Verdana"/>
                <a:cs typeface="Verdana"/>
              </a:rPr>
              <a:t> </a:t>
            </a:r>
            <a:r>
              <a:rPr sz="2050" i="1" spc="-10" dirty="0">
                <a:solidFill>
                  <a:srgbClr val="DFE2DA"/>
                </a:solidFill>
                <a:latin typeface="Verdana"/>
                <a:cs typeface="Verdana"/>
              </a:rPr>
              <a:t>th</a:t>
            </a:r>
            <a:r>
              <a:rPr sz="1950" i="1" spc="-10" dirty="0">
                <a:solidFill>
                  <a:srgbClr val="DFE2DA"/>
                </a:solidFill>
                <a:latin typeface="Arial"/>
                <a:cs typeface="Arial"/>
              </a:rPr>
              <a:t>ờ</a:t>
            </a:r>
            <a:r>
              <a:rPr sz="2050" i="1" spc="-10" dirty="0">
                <a:solidFill>
                  <a:srgbClr val="DFE2DA"/>
                </a:solidFill>
                <a:latin typeface="Verdana"/>
                <a:cs typeface="Verdana"/>
              </a:rPr>
              <a:t>i."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3500" y="4859722"/>
            <a:ext cx="5901531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tỉnh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1600" spc="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sz="1600" spc="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3899" y="895346"/>
            <a:ext cx="57150" cy="533400"/>
          </a:xfrm>
          <a:custGeom>
            <a:avLst/>
            <a:gdLst/>
            <a:ahLst/>
            <a:cxnLst/>
            <a:rect l="l" t="t" r="r" b="b"/>
            <a:pathLst>
              <a:path w="57150" h="533400">
                <a:moveTo>
                  <a:pt x="57149" y="533399"/>
                </a:moveTo>
                <a:lnTo>
                  <a:pt x="0" y="533399"/>
                </a:lnTo>
                <a:lnTo>
                  <a:pt x="0" y="0"/>
                </a:lnTo>
                <a:lnTo>
                  <a:pt x="57149" y="0"/>
                </a:lnTo>
                <a:lnTo>
                  <a:pt x="57149" y="533399"/>
                </a:lnTo>
                <a:close/>
              </a:path>
            </a:pathLst>
          </a:custGeom>
          <a:solidFill>
            <a:srgbClr val="8B4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GIÁ</a:t>
            </a:r>
            <a:r>
              <a:rPr spc="200" dirty="0"/>
              <a:t> </a:t>
            </a:r>
            <a:r>
              <a:rPr spc="220" dirty="0"/>
              <a:t>TRỊ</a:t>
            </a:r>
            <a:r>
              <a:rPr spc="204" dirty="0"/>
              <a:t> </a:t>
            </a:r>
            <a:r>
              <a:rPr spc="300" dirty="0"/>
              <a:t>NGHỆ</a:t>
            </a:r>
            <a:r>
              <a:rPr spc="204" dirty="0"/>
              <a:t> </a:t>
            </a:r>
            <a:r>
              <a:rPr spc="265" dirty="0"/>
              <a:t>THUẬT</a:t>
            </a:r>
            <a:r>
              <a:rPr spc="204" dirty="0"/>
              <a:t> </a:t>
            </a:r>
            <a:r>
              <a:rPr spc="254" dirty="0"/>
              <a:t>TỔNG</a:t>
            </a:r>
            <a:r>
              <a:rPr spc="204" dirty="0"/>
              <a:t> </a:t>
            </a:r>
            <a:r>
              <a:rPr spc="135" dirty="0"/>
              <a:t>QUÁT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23899" y="1685919"/>
            <a:ext cx="2924175" cy="1085850"/>
            <a:chOff x="723899" y="1685919"/>
            <a:chExt cx="2924175" cy="1085850"/>
          </a:xfrm>
        </p:grpSpPr>
        <p:sp>
          <p:nvSpPr>
            <p:cNvPr id="5" name="object 5"/>
            <p:cNvSpPr/>
            <p:nvPr/>
          </p:nvSpPr>
          <p:spPr>
            <a:xfrm>
              <a:off x="723899" y="1685919"/>
              <a:ext cx="2924175" cy="1085850"/>
            </a:xfrm>
            <a:custGeom>
              <a:avLst/>
              <a:gdLst/>
              <a:ahLst/>
              <a:cxnLst/>
              <a:rect l="l" t="t" r="r" b="b"/>
              <a:pathLst>
                <a:path w="2924175" h="1085850">
                  <a:moveTo>
                    <a:pt x="2828924" y="1085849"/>
                  </a:moveTo>
                  <a:lnTo>
                    <a:pt x="95249" y="1085849"/>
                  </a:lnTo>
                  <a:lnTo>
                    <a:pt x="85867" y="1085396"/>
                  </a:lnTo>
                  <a:lnTo>
                    <a:pt x="42321" y="1069811"/>
                  </a:lnTo>
                  <a:lnTo>
                    <a:pt x="11259" y="1035545"/>
                  </a:lnTo>
                  <a:lnTo>
                    <a:pt x="0" y="990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828924" y="0"/>
                  </a:lnTo>
                  <a:lnTo>
                    <a:pt x="2873870" y="11259"/>
                  </a:lnTo>
                  <a:lnTo>
                    <a:pt x="2908136" y="42321"/>
                  </a:lnTo>
                  <a:lnTo>
                    <a:pt x="2923721" y="85866"/>
                  </a:lnTo>
                  <a:lnTo>
                    <a:pt x="2924174" y="95249"/>
                  </a:lnTo>
                  <a:lnTo>
                    <a:pt x="2924174" y="990599"/>
                  </a:lnTo>
                  <a:lnTo>
                    <a:pt x="2912914" y="1035545"/>
                  </a:lnTo>
                  <a:lnTo>
                    <a:pt x="2881852" y="1069811"/>
                  </a:lnTo>
                  <a:lnTo>
                    <a:pt x="2838307" y="1085396"/>
                  </a:lnTo>
                  <a:lnTo>
                    <a:pt x="2828924" y="10858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3899" y="1685925"/>
              <a:ext cx="2924175" cy="1085850"/>
            </a:xfrm>
            <a:custGeom>
              <a:avLst/>
              <a:gdLst/>
              <a:ahLst/>
              <a:cxnLst/>
              <a:rect l="l" t="t" r="r" b="b"/>
              <a:pathLst>
                <a:path w="2924175" h="1085850">
                  <a:moveTo>
                    <a:pt x="2828924" y="1085849"/>
                  </a:moveTo>
                  <a:lnTo>
                    <a:pt x="95249" y="1085849"/>
                  </a:lnTo>
                  <a:lnTo>
                    <a:pt x="85867" y="1085396"/>
                  </a:lnTo>
                  <a:lnTo>
                    <a:pt x="42321" y="1069811"/>
                  </a:lnTo>
                  <a:lnTo>
                    <a:pt x="11259" y="1035545"/>
                  </a:lnTo>
                  <a:lnTo>
                    <a:pt x="0" y="990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2828924" y="0"/>
                  </a:lnTo>
                  <a:lnTo>
                    <a:pt x="2838307" y="453"/>
                  </a:lnTo>
                  <a:lnTo>
                    <a:pt x="2847510" y="1812"/>
                  </a:lnTo>
                  <a:lnTo>
                    <a:pt x="2856532" y="4078"/>
                  </a:lnTo>
                  <a:lnTo>
                    <a:pt x="2865374" y="7250"/>
                  </a:lnTo>
                  <a:lnTo>
                    <a:pt x="287019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996228"/>
                  </a:lnTo>
                  <a:lnTo>
                    <a:pt x="20845" y="1033545"/>
                  </a:lnTo>
                  <a:lnTo>
                    <a:pt x="52303" y="1065004"/>
                  </a:lnTo>
                  <a:lnTo>
                    <a:pt x="89621" y="1076324"/>
                  </a:lnTo>
                  <a:lnTo>
                    <a:pt x="2870193" y="1076324"/>
                  </a:lnTo>
                  <a:lnTo>
                    <a:pt x="2865374" y="1078599"/>
                  </a:lnTo>
                  <a:lnTo>
                    <a:pt x="2856532" y="1081771"/>
                  </a:lnTo>
                  <a:lnTo>
                    <a:pt x="2847510" y="1084037"/>
                  </a:lnTo>
                  <a:lnTo>
                    <a:pt x="2838307" y="1085396"/>
                  </a:lnTo>
                  <a:lnTo>
                    <a:pt x="2828924" y="1085849"/>
                  </a:lnTo>
                  <a:close/>
                </a:path>
                <a:path w="2924175" h="1085850">
                  <a:moveTo>
                    <a:pt x="2870193" y="1076324"/>
                  </a:moveTo>
                  <a:lnTo>
                    <a:pt x="2834553" y="1076324"/>
                  </a:lnTo>
                  <a:lnTo>
                    <a:pt x="2840128" y="1075775"/>
                  </a:lnTo>
                  <a:lnTo>
                    <a:pt x="2851169" y="1073579"/>
                  </a:lnTo>
                  <a:lnTo>
                    <a:pt x="2885561" y="1055196"/>
                  </a:lnTo>
                  <a:lnTo>
                    <a:pt x="2910278" y="1018204"/>
                  </a:lnTo>
                  <a:lnTo>
                    <a:pt x="2914649" y="996228"/>
                  </a:lnTo>
                  <a:lnTo>
                    <a:pt x="2914649" y="89621"/>
                  </a:lnTo>
                  <a:lnTo>
                    <a:pt x="2903329" y="52303"/>
                  </a:lnTo>
                  <a:lnTo>
                    <a:pt x="2871870" y="20845"/>
                  </a:lnTo>
                  <a:lnTo>
                    <a:pt x="2834553" y="9524"/>
                  </a:lnTo>
                  <a:lnTo>
                    <a:pt x="2870194" y="9524"/>
                  </a:lnTo>
                  <a:lnTo>
                    <a:pt x="2902590" y="34853"/>
                  </a:lnTo>
                  <a:lnTo>
                    <a:pt x="2922361" y="76663"/>
                  </a:lnTo>
                  <a:lnTo>
                    <a:pt x="2924174" y="990599"/>
                  </a:lnTo>
                  <a:lnTo>
                    <a:pt x="2923721" y="999982"/>
                  </a:lnTo>
                  <a:lnTo>
                    <a:pt x="2908136" y="1043527"/>
                  </a:lnTo>
                  <a:lnTo>
                    <a:pt x="2873870" y="1074589"/>
                  </a:lnTo>
                  <a:lnTo>
                    <a:pt x="2870193" y="10763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6383" y="1800768"/>
            <a:ext cx="2801691" cy="917558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350" b="1" spc="-50" dirty="0">
                <a:solidFill>
                  <a:srgbClr val="DFE2DA"/>
                </a:solidFill>
                <a:latin typeface="Tahoma"/>
                <a:cs typeface="Tahoma"/>
              </a:rPr>
              <a:t>Ngôn</a:t>
            </a:r>
            <a:r>
              <a:rPr sz="1350" b="1" spc="-30" dirty="0">
                <a:solidFill>
                  <a:srgbClr val="DFE2DA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DFE2DA"/>
                </a:solidFill>
                <a:latin typeface="Tahoma"/>
                <a:cs typeface="Tahoma"/>
              </a:rPr>
              <a:t>ng</a:t>
            </a:r>
            <a:r>
              <a:rPr sz="1300" b="1" spc="-25" dirty="0">
                <a:solidFill>
                  <a:srgbClr val="DFE2DA"/>
                </a:solidFill>
                <a:latin typeface="Arial"/>
                <a:cs typeface="Arial"/>
              </a:rPr>
              <a:t>ữ</a:t>
            </a:r>
            <a:endParaRPr sz="1300" dirty="0">
              <a:latin typeface="Arial"/>
              <a:cs typeface="Arial"/>
            </a:endParaRPr>
          </a:p>
          <a:p>
            <a:pPr marL="12700" marR="5080">
              <a:spcBef>
                <a:spcPts val="795"/>
              </a:spcBef>
            </a:pPr>
            <a:r>
              <a:rPr sz="1600" i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Đanh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thép,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dồn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dập,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giàu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hình,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76674" y="1685919"/>
            <a:ext cx="2933700" cy="1085850"/>
            <a:chOff x="3876674" y="1685919"/>
            <a:chExt cx="2933700" cy="1085850"/>
          </a:xfrm>
        </p:grpSpPr>
        <p:sp>
          <p:nvSpPr>
            <p:cNvPr id="9" name="object 9"/>
            <p:cNvSpPr/>
            <p:nvPr/>
          </p:nvSpPr>
          <p:spPr>
            <a:xfrm>
              <a:off x="3876674" y="1685919"/>
              <a:ext cx="2933700" cy="1085850"/>
            </a:xfrm>
            <a:custGeom>
              <a:avLst/>
              <a:gdLst/>
              <a:ahLst/>
              <a:cxnLst/>
              <a:rect l="l" t="t" r="r" b="b"/>
              <a:pathLst>
                <a:path w="2933700" h="1085850">
                  <a:moveTo>
                    <a:pt x="2838449" y="1085849"/>
                  </a:moveTo>
                  <a:lnTo>
                    <a:pt x="95249" y="1085849"/>
                  </a:lnTo>
                  <a:lnTo>
                    <a:pt x="85867" y="1085396"/>
                  </a:lnTo>
                  <a:lnTo>
                    <a:pt x="42321" y="1069811"/>
                  </a:lnTo>
                  <a:lnTo>
                    <a:pt x="11259" y="1035545"/>
                  </a:lnTo>
                  <a:lnTo>
                    <a:pt x="0" y="990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838449" y="0"/>
                  </a:lnTo>
                  <a:lnTo>
                    <a:pt x="2883394" y="11259"/>
                  </a:lnTo>
                  <a:lnTo>
                    <a:pt x="2917661" y="42321"/>
                  </a:lnTo>
                  <a:lnTo>
                    <a:pt x="2933246" y="85866"/>
                  </a:lnTo>
                  <a:lnTo>
                    <a:pt x="2933699" y="95249"/>
                  </a:lnTo>
                  <a:lnTo>
                    <a:pt x="2933699" y="990599"/>
                  </a:lnTo>
                  <a:lnTo>
                    <a:pt x="2922439" y="1035545"/>
                  </a:lnTo>
                  <a:lnTo>
                    <a:pt x="2891376" y="1069811"/>
                  </a:lnTo>
                  <a:lnTo>
                    <a:pt x="2847832" y="1085396"/>
                  </a:lnTo>
                  <a:lnTo>
                    <a:pt x="2838449" y="10858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76674" y="1685925"/>
              <a:ext cx="2933700" cy="1085850"/>
            </a:xfrm>
            <a:custGeom>
              <a:avLst/>
              <a:gdLst/>
              <a:ahLst/>
              <a:cxnLst/>
              <a:rect l="l" t="t" r="r" b="b"/>
              <a:pathLst>
                <a:path w="2933700" h="1085850">
                  <a:moveTo>
                    <a:pt x="2838449" y="1085849"/>
                  </a:moveTo>
                  <a:lnTo>
                    <a:pt x="95249" y="1085849"/>
                  </a:lnTo>
                  <a:lnTo>
                    <a:pt x="85867" y="1085396"/>
                  </a:lnTo>
                  <a:lnTo>
                    <a:pt x="42321" y="1069811"/>
                  </a:lnTo>
                  <a:lnTo>
                    <a:pt x="11259" y="1035545"/>
                  </a:lnTo>
                  <a:lnTo>
                    <a:pt x="0" y="9905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2838449" y="0"/>
                  </a:lnTo>
                  <a:lnTo>
                    <a:pt x="2847832" y="453"/>
                  </a:lnTo>
                  <a:lnTo>
                    <a:pt x="2857035" y="1812"/>
                  </a:lnTo>
                  <a:lnTo>
                    <a:pt x="2866057" y="4078"/>
                  </a:lnTo>
                  <a:lnTo>
                    <a:pt x="2874899" y="7250"/>
                  </a:lnTo>
                  <a:lnTo>
                    <a:pt x="2879719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996228"/>
                  </a:lnTo>
                  <a:lnTo>
                    <a:pt x="20845" y="1033545"/>
                  </a:lnTo>
                  <a:lnTo>
                    <a:pt x="52303" y="1065004"/>
                  </a:lnTo>
                  <a:lnTo>
                    <a:pt x="89621" y="1076324"/>
                  </a:lnTo>
                  <a:lnTo>
                    <a:pt x="2879718" y="1076324"/>
                  </a:lnTo>
                  <a:lnTo>
                    <a:pt x="2874900" y="1078599"/>
                  </a:lnTo>
                  <a:lnTo>
                    <a:pt x="2866057" y="1081771"/>
                  </a:lnTo>
                  <a:lnTo>
                    <a:pt x="2857035" y="1084037"/>
                  </a:lnTo>
                  <a:lnTo>
                    <a:pt x="2847832" y="1085396"/>
                  </a:lnTo>
                  <a:lnTo>
                    <a:pt x="2838449" y="1085849"/>
                  </a:lnTo>
                  <a:close/>
                </a:path>
                <a:path w="2933700" h="1085850">
                  <a:moveTo>
                    <a:pt x="2879718" y="1076324"/>
                  </a:moveTo>
                  <a:lnTo>
                    <a:pt x="2844078" y="1076324"/>
                  </a:lnTo>
                  <a:lnTo>
                    <a:pt x="2849653" y="1075775"/>
                  </a:lnTo>
                  <a:lnTo>
                    <a:pt x="2860694" y="1073579"/>
                  </a:lnTo>
                  <a:lnTo>
                    <a:pt x="2895086" y="1055196"/>
                  </a:lnTo>
                  <a:lnTo>
                    <a:pt x="2919803" y="1018204"/>
                  </a:lnTo>
                  <a:lnTo>
                    <a:pt x="2924174" y="996228"/>
                  </a:lnTo>
                  <a:lnTo>
                    <a:pt x="2924174" y="89621"/>
                  </a:lnTo>
                  <a:lnTo>
                    <a:pt x="2912854" y="52303"/>
                  </a:lnTo>
                  <a:lnTo>
                    <a:pt x="2881395" y="20845"/>
                  </a:lnTo>
                  <a:lnTo>
                    <a:pt x="2844078" y="9524"/>
                  </a:lnTo>
                  <a:lnTo>
                    <a:pt x="2879719" y="9524"/>
                  </a:lnTo>
                  <a:lnTo>
                    <a:pt x="2912115" y="34853"/>
                  </a:lnTo>
                  <a:lnTo>
                    <a:pt x="2931886" y="76663"/>
                  </a:lnTo>
                  <a:lnTo>
                    <a:pt x="2933699" y="990599"/>
                  </a:lnTo>
                  <a:lnTo>
                    <a:pt x="2933246" y="999982"/>
                  </a:lnTo>
                  <a:lnTo>
                    <a:pt x="2917661" y="1043527"/>
                  </a:lnTo>
                  <a:lnTo>
                    <a:pt x="2883395" y="1074589"/>
                  </a:lnTo>
                  <a:lnTo>
                    <a:pt x="2879718" y="10763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75597" y="1846934"/>
            <a:ext cx="2872631" cy="871392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200" b="1" spc="70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Nhịp</a:t>
            </a:r>
            <a:r>
              <a:rPr sz="1200" b="1" spc="35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20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điệu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spcBef>
                <a:spcPts val="750"/>
              </a:spcBef>
            </a:pP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Nhanh,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dồn</a:t>
            </a:r>
            <a:r>
              <a:rPr sz="1600" i="1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dập,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600" i="1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600" i="1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nghẹt</a:t>
            </a:r>
            <a:r>
              <a:rPr sz="1600" i="1" spc="-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thở </a:t>
            </a:r>
            <a:r>
              <a:rPr sz="1600" i="1" spc="-1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khẩn</a:t>
            </a:r>
            <a:r>
              <a:rPr sz="1600" i="1" spc="-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38974" y="1685919"/>
            <a:ext cx="2933700" cy="1085850"/>
            <a:chOff x="7038974" y="1685919"/>
            <a:chExt cx="2933700" cy="1085850"/>
          </a:xfrm>
        </p:grpSpPr>
        <p:sp>
          <p:nvSpPr>
            <p:cNvPr id="13" name="object 13"/>
            <p:cNvSpPr/>
            <p:nvPr/>
          </p:nvSpPr>
          <p:spPr>
            <a:xfrm>
              <a:off x="7038974" y="1685919"/>
              <a:ext cx="2933700" cy="1085850"/>
            </a:xfrm>
            <a:custGeom>
              <a:avLst/>
              <a:gdLst/>
              <a:ahLst/>
              <a:cxnLst/>
              <a:rect l="l" t="t" r="r" b="b"/>
              <a:pathLst>
                <a:path w="2933700" h="1085850">
                  <a:moveTo>
                    <a:pt x="2838449" y="1085849"/>
                  </a:moveTo>
                  <a:lnTo>
                    <a:pt x="95249" y="1085849"/>
                  </a:lnTo>
                  <a:lnTo>
                    <a:pt x="85866" y="1085396"/>
                  </a:lnTo>
                  <a:lnTo>
                    <a:pt x="42321" y="1069811"/>
                  </a:lnTo>
                  <a:lnTo>
                    <a:pt x="11258" y="1035545"/>
                  </a:lnTo>
                  <a:lnTo>
                    <a:pt x="0" y="990599"/>
                  </a:lnTo>
                  <a:lnTo>
                    <a:pt x="0" y="95249"/>
                  </a:ln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2838449" y="0"/>
                  </a:lnTo>
                  <a:lnTo>
                    <a:pt x="2883394" y="11259"/>
                  </a:lnTo>
                  <a:lnTo>
                    <a:pt x="2917660" y="42321"/>
                  </a:lnTo>
                  <a:lnTo>
                    <a:pt x="2933246" y="85866"/>
                  </a:lnTo>
                  <a:lnTo>
                    <a:pt x="2933699" y="95249"/>
                  </a:lnTo>
                  <a:lnTo>
                    <a:pt x="2933699" y="990599"/>
                  </a:lnTo>
                  <a:lnTo>
                    <a:pt x="2922438" y="1035545"/>
                  </a:lnTo>
                  <a:lnTo>
                    <a:pt x="2891376" y="1069811"/>
                  </a:lnTo>
                  <a:lnTo>
                    <a:pt x="2847832" y="1085396"/>
                  </a:lnTo>
                  <a:lnTo>
                    <a:pt x="2838449" y="10858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8974" y="1685925"/>
              <a:ext cx="2933700" cy="1085850"/>
            </a:xfrm>
            <a:custGeom>
              <a:avLst/>
              <a:gdLst/>
              <a:ahLst/>
              <a:cxnLst/>
              <a:rect l="l" t="t" r="r" b="b"/>
              <a:pathLst>
                <a:path w="2933700" h="1085850">
                  <a:moveTo>
                    <a:pt x="2838449" y="1085849"/>
                  </a:moveTo>
                  <a:lnTo>
                    <a:pt x="95249" y="1085849"/>
                  </a:lnTo>
                  <a:lnTo>
                    <a:pt x="85867" y="1085396"/>
                  </a:lnTo>
                  <a:lnTo>
                    <a:pt x="42321" y="1069811"/>
                  </a:lnTo>
                  <a:lnTo>
                    <a:pt x="11258" y="1035545"/>
                  </a:lnTo>
                  <a:lnTo>
                    <a:pt x="0" y="990599"/>
                  </a:lnTo>
                  <a:lnTo>
                    <a:pt x="0" y="95249"/>
                  </a:ln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2838449" y="0"/>
                  </a:lnTo>
                  <a:lnTo>
                    <a:pt x="2847832" y="453"/>
                  </a:lnTo>
                  <a:lnTo>
                    <a:pt x="2857034" y="1812"/>
                  </a:lnTo>
                  <a:lnTo>
                    <a:pt x="2866056" y="4078"/>
                  </a:lnTo>
                  <a:lnTo>
                    <a:pt x="2874898" y="7250"/>
                  </a:lnTo>
                  <a:lnTo>
                    <a:pt x="2879718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996228"/>
                  </a:lnTo>
                  <a:lnTo>
                    <a:pt x="20844" y="1033545"/>
                  </a:lnTo>
                  <a:lnTo>
                    <a:pt x="52303" y="1065004"/>
                  </a:lnTo>
                  <a:lnTo>
                    <a:pt x="89621" y="1076324"/>
                  </a:lnTo>
                  <a:lnTo>
                    <a:pt x="2879717" y="1076324"/>
                  </a:lnTo>
                  <a:lnTo>
                    <a:pt x="2874898" y="1078599"/>
                  </a:lnTo>
                  <a:lnTo>
                    <a:pt x="2866056" y="1081771"/>
                  </a:lnTo>
                  <a:lnTo>
                    <a:pt x="2857034" y="1084037"/>
                  </a:lnTo>
                  <a:lnTo>
                    <a:pt x="2847832" y="1085396"/>
                  </a:lnTo>
                  <a:lnTo>
                    <a:pt x="2838449" y="1085849"/>
                  </a:lnTo>
                  <a:close/>
                </a:path>
                <a:path w="2933700" h="1085850">
                  <a:moveTo>
                    <a:pt x="2879717" y="1076324"/>
                  </a:moveTo>
                  <a:lnTo>
                    <a:pt x="2844078" y="1076324"/>
                  </a:lnTo>
                  <a:lnTo>
                    <a:pt x="2849653" y="1075775"/>
                  </a:lnTo>
                  <a:lnTo>
                    <a:pt x="2860694" y="1073579"/>
                  </a:lnTo>
                  <a:lnTo>
                    <a:pt x="2895086" y="1055196"/>
                  </a:lnTo>
                  <a:lnTo>
                    <a:pt x="2919802" y="1018204"/>
                  </a:lnTo>
                  <a:lnTo>
                    <a:pt x="2924174" y="996228"/>
                  </a:lnTo>
                  <a:lnTo>
                    <a:pt x="2924174" y="89621"/>
                  </a:lnTo>
                  <a:lnTo>
                    <a:pt x="2912854" y="52303"/>
                  </a:lnTo>
                  <a:lnTo>
                    <a:pt x="2881395" y="20845"/>
                  </a:lnTo>
                  <a:lnTo>
                    <a:pt x="2844078" y="9524"/>
                  </a:lnTo>
                  <a:lnTo>
                    <a:pt x="2879718" y="9524"/>
                  </a:lnTo>
                  <a:lnTo>
                    <a:pt x="2912115" y="34853"/>
                  </a:lnTo>
                  <a:lnTo>
                    <a:pt x="2931886" y="76663"/>
                  </a:lnTo>
                  <a:lnTo>
                    <a:pt x="2933699" y="990599"/>
                  </a:lnTo>
                  <a:lnTo>
                    <a:pt x="2933246" y="999982"/>
                  </a:lnTo>
                  <a:lnTo>
                    <a:pt x="2917660" y="1043527"/>
                  </a:lnTo>
                  <a:lnTo>
                    <a:pt x="2883394" y="1074589"/>
                  </a:lnTo>
                  <a:lnTo>
                    <a:pt x="2879717" y="10763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81567" y="1846934"/>
            <a:ext cx="2897681" cy="871392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200" b="1" spc="70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sz="1200" b="1" spc="85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triết</a:t>
            </a:r>
            <a:r>
              <a:rPr sz="1200" b="1" spc="90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25" dirty="0">
                <a:solidFill>
                  <a:srgbClr val="DFE2D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spcBef>
                <a:spcPts val="750"/>
              </a:spcBef>
            </a:pPr>
            <a:r>
              <a:rPr sz="1600" i="1" spc="-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Ẩn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6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sz="1600" i="1" spc="-9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3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trăn</a:t>
            </a:r>
            <a:r>
              <a:rPr sz="1600" i="1" spc="-9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 </a:t>
            </a:r>
            <a:r>
              <a:rPr sz="1600" i="1" spc="-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sz="1600" i="1" spc="-10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xa </a:t>
            </a:r>
            <a:r>
              <a:rPr sz="1600" i="1" spc="-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600" i="1" spc="-5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kiếp</a:t>
            </a:r>
            <a:r>
              <a:rPr sz="1600" i="1" spc="-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4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i="1" spc="-10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i="1" spc="-10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vũ</a:t>
            </a:r>
            <a:r>
              <a:rPr sz="1600" i="1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2680940" y="3901807"/>
            <a:ext cx="5331519" cy="5809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160" marR="5080" algn="ctr">
              <a:lnSpc>
                <a:spcPct val="120700"/>
              </a:lnSpc>
              <a:spcBef>
                <a:spcPts val="90"/>
              </a:spcBef>
            </a:pP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vọng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600" spc="-1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sz="1600" spc="-2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600" spc="5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"Kiến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spc="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 err="1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00" spc="-10" dirty="0">
                <a:solidFill>
                  <a:srgbClr val="DFE2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i="1" spc="420" dirty="0">
                <a:solidFill>
                  <a:srgbClr val="DFE2DA"/>
                </a:solidFill>
                <a:latin typeface="Cambria"/>
                <a:cs typeface="Cambria"/>
              </a:rPr>
              <a:t>CHÂN</a:t>
            </a:r>
            <a:r>
              <a:rPr sz="4500" i="1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4500" i="1" spc="390" dirty="0">
                <a:solidFill>
                  <a:srgbClr val="DFE2DA"/>
                </a:solidFill>
                <a:latin typeface="Cambria"/>
                <a:cs typeface="Cambria"/>
              </a:rPr>
              <a:t>THÀNH</a:t>
            </a:r>
            <a:r>
              <a:rPr sz="4500" i="1" spc="-5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4500" i="1" spc="425" dirty="0">
                <a:solidFill>
                  <a:srgbClr val="DFE2DA"/>
                </a:solidFill>
                <a:latin typeface="Cambria"/>
                <a:cs typeface="Cambria"/>
              </a:rPr>
              <a:t>CẢM</a:t>
            </a:r>
            <a:r>
              <a:rPr sz="4500" i="1" dirty="0">
                <a:solidFill>
                  <a:srgbClr val="DFE2DA"/>
                </a:solidFill>
                <a:latin typeface="Cambria"/>
                <a:cs typeface="Cambria"/>
              </a:rPr>
              <a:t> </a:t>
            </a:r>
            <a:r>
              <a:rPr sz="4500" i="1" spc="-25" dirty="0">
                <a:solidFill>
                  <a:srgbClr val="DFE2DA"/>
                </a:solidFill>
                <a:latin typeface="Cambria"/>
                <a:cs typeface="Cambria"/>
              </a:rPr>
              <a:t>ƠN!</a:t>
            </a:r>
            <a:endParaRPr sz="4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1242</Words>
  <Application>Microsoft Office PowerPoint</Application>
  <PresentationFormat>Custom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Cambria</vt:lpstr>
      <vt:lpstr>Lucida Sans Unicode</vt:lpstr>
      <vt:lpstr>Microsoft Sans Serif</vt:lpstr>
      <vt:lpstr>Tahoma</vt:lpstr>
      <vt:lpstr>Times New Roman</vt:lpstr>
      <vt:lpstr>Verdana</vt:lpstr>
      <vt:lpstr>Office Theme</vt:lpstr>
      <vt:lpstr>PowerPoint Presentation</vt:lpstr>
      <vt:lpstr>HÀNH TRÌNH KHÁM PHÁ VĂN BẢN</vt:lpstr>
      <vt:lpstr>TRẦN DUY PHIÊN - NGÒI BÚT NỘI TÂM</vt:lpstr>
      <vt:lpstr>XUNG ĐỘT &amp; TÓM TẮT CỐT TRUYỆN</vt:lpstr>
      <vt:lpstr>ĐẶC ĐIỂM TRUYỆN NGẮN TRONG TÁC PHẨM</vt:lpstr>
      <vt:lpstr>NGHỆ THUẬT NGÔI KỂ &amp; ĐIỂM NHÌN</vt:lpstr>
      <vt:lpstr>PHÂN TÍCH: CÁCH ỨNG XỬ CỦA CON NGƯỜI</vt:lpstr>
      <vt:lpstr>BIỂU TƯỢNG: HÌNH TƯỢNG LOÀI KIẾN</vt:lpstr>
      <vt:lpstr>GIẢI MÃ NHAN ĐỀ "KIẾN VÀ NGƯỜI"</vt:lpstr>
      <vt:lpstr>VAI TRÒ CỦA YẾU TỐ HƯ CẤU KÌ ẢO</vt:lpstr>
      <vt:lpstr>BÀI HỌC NHẬN THỨC VỀ THIÊN NHIÊN</vt:lpstr>
      <vt:lpstr>PowerPoint Presentation</vt:lpstr>
      <vt:lpstr>GIÁ TRỊ NGHỆ THUẬT TỔNG QUÁT</vt:lpstr>
      <vt:lpstr>CHÂN THÀNH CẢM ƠN!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Kiến Và Người - Chi Tiết</dc:title>
  <cp:lastModifiedBy>Hoang Phuong My - Y22</cp:lastModifiedBy>
  <cp:revision>3</cp:revision>
  <dcterms:created xsi:type="dcterms:W3CDTF">2026-02-28T16:25:07Z</dcterms:created>
  <dcterms:modified xsi:type="dcterms:W3CDTF">2026-02-28T16:53:28Z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2026-02-28T00:00:00Z</vt:filetime>
  </property>
  <property fmtid="{D5CDD505-2E9C-101B-9397-08002B2CF9AE}" pid="3" name="Creator">
    <vt:lpwstr>Mozilla/5.0 (Windows NT 10.0; Win64; x64) AppleWebKit/537.36 (KHTML, like Gecko) Chrome/145.0.0.0 Safari/537.36</vt:lpwstr>
  </property>
  <property fmtid="{D5CDD505-2E9C-101B-9397-08002B2CF9AE}" pid="4" name="LastSaved">
    <vt:filetime>2026-02-28T00:00:00Z</vt:filetime>
  </property>
  <property fmtid="{D5CDD505-2E9C-101B-9397-08002B2CF9AE}" pid="5" name="Producer">
    <vt:lpwstr>Skia/PDF m145</vt:lpwstr>
  </property>
</Properties>
</file>