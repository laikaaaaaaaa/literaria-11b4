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embeddedFontLst>
    <p:embeddedFont>
      <p:font typeface="Arimo" charset="1" panose="020B0604020202020204"/>
      <p:regular r:id="rId16"/>
    </p:embeddedFont>
    <p:embeddedFont>
      <p:font typeface="Arimo Italics" charset="1" panose="020B060402020209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12318997" cy="6984997"/>
            <a:chOff x="0" y="0"/>
            <a:chExt cx="12319000" cy="698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6858000"/>
                  </a:moveTo>
                  <a:lnTo>
                    <a:pt x="0" y="0"/>
                  </a:lnTo>
                  <a:lnTo>
                    <a:pt x="12192000" y="0"/>
                  </a:lnTo>
                  <a:lnTo>
                    <a:pt x="1219200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7064756" y="587883"/>
              <a:ext cx="4666362" cy="4666361"/>
            </a:xfrm>
            <a:custGeom>
              <a:avLst/>
              <a:gdLst/>
              <a:ahLst/>
              <a:cxnLst/>
              <a:rect r="r" b="b" t="t" l="l"/>
              <a:pathLst>
                <a:path h="4666361" w="4666362">
                  <a:moveTo>
                    <a:pt x="986155" y="0"/>
                  </a:moveTo>
                  <a:lnTo>
                    <a:pt x="4666361" y="986155"/>
                  </a:lnTo>
                  <a:lnTo>
                    <a:pt x="3680206" y="4666361"/>
                  </a:lnTo>
                  <a:lnTo>
                    <a:pt x="0" y="3680206"/>
                  </a:lnTo>
                  <a:close/>
                </a:path>
              </a:pathLst>
            </a:custGeom>
            <a:solidFill>
              <a:srgbClr val="2A9D8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540500" y="63500"/>
              <a:ext cx="5715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5715000">
                  <a:moveTo>
                    <a:pt x="1143000" y="0"/>
                  </a:moveTo>
                  <a:lnTo>
                    <a:pt x="0" y="6858000"/>
                  </a:lnTo>
                  <a:lnTo>
                    <a:pt x="5715000" y="6858000"/>
                  </a:lnTo>
                  <a:lnTo>
                    <a:pt x="571500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5111496" y="3587623"/>
              <a:ext cx="2857754" cy="2857627"/>
            </a:xfrm>
            <a:custGeom>
              <a:avLst/>
              <a:gdLst/>
              <a:ahLst/>
              <a:cxnLst/>
              <a:rect r="r" b="b" t="t" l="l"/>
              <a:pathLst>
                <a:path h="2857627" w="2857754">
                  <a:moveTo>
                    <a:pt x="2857754" y="1428877"/>
                  </a:moveTo>
                  <a:cubicBezTo>
                    <a:pt x="2857754" y="1452245"/>
                    <a:pt x="2857246" y="1475613"/>
                    <a:pt x="2855976" y="1498981"/>
                  </a:cubicBezTo>
                  <a:cubicBezTo>
                    <a:pt x="2854706" y="1522349"/>
                    <a:pt x="2853182" y="1545717"/>
                    <a:pt x="2850769" y="1568958"/>
                  </a:cubicBezTo>
                  <a:cubicBezTo>
                    <a:pt x="2848356" y="1592199"/>
                    <a:pt x="2845562" y="1615440"/>
                    <a:pt x="2842133" y="1638554"/>
                  </a:cubicBezTo>
                  <a:cubicBezTo>
                    <a:pt x="2838704" y="1661668"/>
                    <a:pt x="2834767" y="1684782"/>
                    <a:pt x="2830195" y="1707642"/>
                  </a:cubicBezTo>
                  <a:cubicBezTo>
                    <a:pt x="2825623" y="1730502"/>
                    <a:pt x="2820543" y="1753362"/>
                    <a:pt x="2814828" y="1776095"/>
                  </a:cubicBezTo>
                  <a:cubicBezTo>
                    <a:pt x="2809113" y="1798828"/>
                    <a:pt x="2802890" y="1821307"/>
                    <a:pt x="2796159" y="1843659"/>
                  </a:cubicBezTo>
                  <a:cubicBezTo>
                    <a:pt x="2789428" y="1866011"/>
                    <a:pt x="2782062" y="1888236"/>
                    <a:pt x="2774188" y="1910207"/>
                  </a:cubicBezTo>
                  <a:cubicBezTo>
                    <a:pt x="2766314" y="1932178"/>
                    <a:pt x="2757932" y="1954022"/>
                    <a:pt x="2748915" y="1975612"/>
                  </a:cubicBezTo>
                  <a:cubicBezTo>
                    <a:pt x="2739898" y="1997202"/>
                    <a:pt x="2730500" y="2018538"/>
                    <a:pt x="2720467" y="2039747"/>
                  </a:cubicBezTo>
                  <a:cubicBezTo>
                    <a:pt x="2710434" y="2060956"/>
                    <a:pt x="2699893" y="2081784"/>
                    <a:pt x="2688971" y="2102358"/>
                  </a:cubicBezTo>
                  <a:cubicBezTo>
                    <a:pt x="2678049" y="2122932"/>
                    <a:pt x="2666492" y="2143252"/>
                    <a:pt x="2654427" y="2163318"/>
                  </a:cubicBezTo>
                  <a:cubicBezTo>
                    <a:pt x="2642362" y="2183384"/>
                    <a:pt x="2629916" y="2203069"/>
                    <a:pt x="2616835" y="2222627"/>
                  </a:cubicBezTo>
                  <a:cubicBezTo>
                    <a:pt x="2603754" y="2242185"/>
                    <a:pt x="2590419" y="2261235"/>
                    <a:pt x="2576449" y="2279904"/>
                  </a:cubicBezTo>
                  <a:cubicBezTo>
                    <a:pt x="2562479" y="2298573"/>
                    <a:pt x="2548128" y="2317115"/>
                    <a:pt x="2533269" y="2335149"/>
                  </a:cubicBezTo>
                  <a:cubicBezTo>
                    <a:pt x="2518410" y="2353183"/>
                    <a:pt x="2503170" y="2370963"/>
                    <a:pt x="2487422" y="2388235"/>
                  </a:cubicBezTo>
                  <a:cubicBezTo>
                    <a:pt x="2471674" y="2405507"/>
                    <a:pt x="2455545" y="2422525"/>
                    <a:pt x="2439035" y="2439035"/>
                  </a:cubicBezTo>
                  <a:cubicBezTo>
                    <a:pt x="2422525" y="2455545"/>
                    <a:pt x="2405507" y="2471674"/>
                    <a:pt x="2388235" y="2487422"/>
                  </a:cubicBezTo>
                  <a:cubicBezTo>
                    <a:pt x="2370963" y="2503170"/>
                    <a:pt x="2353183" y="2518410"/>
                    <a:pt x="2335149" y="2533269"/>
                  </a:cubicBezTo>
                  <a:cubicBezTo>
                    <a:pt x="2317115" y="2548128"/>
                    <a:pt x="2298700" y="2562479"/>
                    <a:pt x="2279904" y="2576449"/>
                  </a:cubicBezTo>
                  <a:cubicBezTo>
                    <a:pt x="2261108" y="2590419"/>
                    <a:pt x="2242058" y="2603881"/>
                    <a:pt x="2222627" y="2616835"/>
                  </a:cubicBezTo>
                  <a:cubicBezTo>
                    <a:pt x="2203196" y="2629789"/>
                    <a:pt x="2183384" y="2642362"/>
                    <a:pt x="2163318" y="2654300"/>
                  </a:cubicBezTo>
                  <a:cubicBezTo>
                    <a:pt x="2143252" y="2666238"/>
                    <a:pt x="2122932" y="2677795"/>
                    <a:pt x="2102358" y="2688844"/>
                  </a:cubicBezTo>
                  <a:cubicBezTo>
                    <a:pt x="2081784" y="2699893"/>
                    <a:pt x="2060829" y="2710434"/>
                    <a:pt x="2039747" y="2720340"/>
                  </a:cubicBezTo>
                  <a:cubicBezTo>
                    <a:pt x="2018665" y="2730246"/>
                    <a:pt x="1997202" y="2739771"/>
                    <a:pt x="1975612" y="2748788"/>
                  </a:cubicBezTo>
                  <a:cubicBezTo>
                    <a:pt x="1954022" y="2757805"/>
                    <a:pt x="1932178" y="2766187"/>
                    <a:pt x="1910207" y="2774061"/>
                  </a:cubicBezTo>
                  <a:cubicBezTo>
                    <a:pt x="1888236" y="2781935"/>
                    <a:pt x="1866011" y="2789301"/>
                    <a:pt x="1843659" y="2796032"/>
                  </a:cubicBezTo>
                  <a:cubicBezTo>
                    <a:pt x="1821307" y="2802763"/>
                    <a:pt x="1798701" y="2809113"/>
                    <a:pt x="1776095" y="2814701"/>
                  </a:cubicBezTo>
                  <a:cubicBezTo>
                    <a:pt x="1753489" y="2820289"/>
                    <a:pt x="1730629" y="2825496"/>
                    <a:pt x="1707642" y="2830068"/>
                  </a:cubicBezTo>
                  <a:cubicBezTo>
                    <a:pt x="1684655" y="2834640"/>
                    <a:pt x="1661668" y="2838577"/>
                    <a:pt x="1638554" y="2842006"/>
                  </a:cubicBezTo>
                  <a:cubicBezTo>
                    <a:pt x="1615440" y="2845435"/>
                    <a:pt x="1592199" y="2848356"/>
                    <a:pt x="1568958" y="2850642"/>
                  </a:cubicBezTo>
                  <a:cubicBezTo>
                    <a:pt x="1545717" y="2852928"/>
                    <a:pt x="1522349" y="2854706"/>
                    <a:pt x="1498981" y="2855849"/>
                  </a:cubicBezTo>
                  <a:cubicBezTo>
                    <a:pt x="1475613" y="2856992"/>
                    <a:pt x="1452245" y="2857627"/>
                    <a:pt x="1428877" y="2857627"/>
                  </a:cubicBezTo>
                  <a:cubicBezTo>
                    <a:pt x="1405509" y="2857627"/>
                    <a:pt x="1382141" y="2856992"/>
                    <a:pt x="1358773" y="2855849"/>
                  </a:cubicBezTo>
                  <a:cubicBezTo>
                    <a:pt x="1335405" y="2854706"/>
                    <a:pt x="1312164" y="2852928"/>
                    <a:pt x="1288796" y="2850642"/>
                  </a:cubicBezTo>
                  <a:cubicBezTo>
                    <a:pt x="1265428" y="2848356"/>
                    <a:pt x="1242314" y="2845435"/>
                    <a:pt x="1219200" y="2842006"/>
                  </a:cubicBezTo>
                  <a:cubicBezTo>
                    <a:pt x="1196086" y="2838577"/>
                    <a:pt x="1172972" y="2834513"/>
                    <a:pt x="1150112" y="2830068"/>
                  </a:cubicBezTo>
                  <a:cubicBezTo>
                    <a:pt x="1127252" y="2825623"/>
                    <a:pt x="1104392" y="2820416"/>
                    <a:pt x="1081659" y="2814701"/>
                  </a:cubicBezTo>
                  <a:cubicBezTo>
                    <a:pt x="1058926" y="2808986"/>
                    <a:pt x="1036447" y="2802763"/>
                    <a:pt x="1014095" y="2796032"/>
                  </a:cubicBezTo>
                  <a:cubicBezTo>
                    <a:pt x="991743" y="2789301"/>
                    <a:pt x="969518" y="2781935"/>
                    <a:pt x="947547" y="2774061"/>
                  </a:cubicBezTo>
                  <a:cubicBezTo>
                    <a:pt x="925576" y="2766187"/>
                    <a:pt x="903732" y="2757805"/>
                    <a:pt x="882142" y="2748788"/>
                  </a:cubicBezTo>
                  <a:cubicBezTo>
                    <a:pt x="860552" y="2739771"/>
                    <a:pt x="839216" y="2730373"/>
                    <a:pt x="818007" y="2720340"/>
                  </a:cubicBezTo>
                  <a:cubicBezTo>
                    <a:pt x="796798" y="2710307"/>
                    <a:pt x="775970" y="2699893"/>
                    <a:pt x="755396" y="2688844"/>
                  </a:cubicBezTo>
                  <a:cubicBezTo>
                    <a:pt x="734822" y="2677795"/>
                    <a:pt x="714375" y="2666238"/>
                    <a:pt x="694309" y="2654300"/>
                  </a:cubicBezTo>
                  <a:cubicBezTo>
                    <a:pt x="674243" y="2642362"/>
                    <a:pt x="654558" y="2629789"/>
                    <a:pt x="635127" y="2616835"/>
                  </a:cubicBezTo>
                  <a:cubicBezTo>
                    <a:pt x="615696" y="2603881"/>
                    <a:pt x="596519" y="2590419"/>
                    <a:pt x="577850" y="2576449"/>
                  </a:cubicBezTo>
                  <a:cubicBezTo>
                    <a:pt x="559181" y="2562479"/>
                    <a:pt x="540639" y="2548128"/>
                    <a:pt x="522605" y="2533269"/>
                  </a:cubicBezTo>
                  <a:cubicBezTo>
                    <a:pt x="504571" y="2518410"/>
                    <a:pt x="486791" y="2503170"/>
                    <a:pt x="469519" y="2487422"/>
                  </a:cubicBezTo>
                  <a:cubicBezTo>
                    <a:pt x="452247" y="2471674"/>
                    <a:pt x="435229" y="2455545"/>
                    <a:pt x="418719" y="2439035"/>
                  </a:cubicBezTo>
                  <a:cubicBezTo>
                    <a:pt x="402209" y="2422525"/>
                    <a:pt x="386080" y="2405634"/>
                    <a:pt x="370332" y="2388235"/>
                  </a:cubicBezTo>
                  <a:cubicBezTo>
                    <a:pt x="354584" y="2370836"/>
                    <a:pt x="339344" y="2353183"/>
                    <a:pt x="324485" y="2335149"/>
                  </a:cubicBezTo>
                  <a:cubicBezTo>
                    <a:pt x="309626" y="2317115"/>
                    <a:pt x="295275" y="2298700"/>
                    <a:pt x="281305" y="2279904"/>
                  </a:cubicBezTo>
                  <a:cubicBezTo>
                    <a:pt x="267335" y="2261108"/>
                    <a:pt x="253873" y="2242058"/>
                    <a:pt x="240919" y="2222627"/>
                  </a:cubicBezTo>
                  <a:cubicBezTo>
                    <a:pt x="227965" y="2203196"/>
                    <a:pt x="215392" y="2183384"/>
                    <a:pt x="203327" y="2163318"/>
                  </a:cubicBezTo>
                  <a:cubicBezTo>
                    <a:pt x="191262" y="2143252"/>
                    <a:pt x="179832" y="2122932"/>
                    <a:pt x="168783" y="2102358"/>
                  </a:cubicBezTo>
                  <a:cubicBezTo>
                    <a:pt x="157734" y="2081784"/>
                    <a:pt x="147193" y="2060829"/>
                    <a:pt x="137287" y="2039747"/>
                  </a:cubicBezTo>
                  <a:cubicBezTo>
                    <a:pt x="127381" y="2018665"/>
                    <a:pt x="117856" y="1997202"/>
                    <a:pt x="108839" y="1975612"/>
                  </a:cubicBezTo>
                  <a:cubicBezTo>
                    <a:pt x="99822" y="1954022"/>
                    <a:pt x="91440" y="1932178"/>
                    <a:pt x="83566" y="1910207"/>
                  </a:cubicBezTo>
                  <a:cubicBezTo>
                    <a:pt x="75692" y="1888236"/>
                    <a:pt x="68326" y="1866011"/>
                    <a:pt x="61595" y="1843659"/>
                  </a:cubicBezTo>
                  <a:cubicBezTo>
                    <a:pt x="54864" y="1821307"/>
                    <a:pt x="48641" y="1798701"/>
                    <a:pt x="42926" y="1776095"/>
                  </a:cubicBezTo>
                  <a:cubicBezTo>
                    <a:pt x="37211" y="1753489"/>
                    <a:pt x="32131" y="1730629"/>
                    <a:pt x="27559" y="1707642"/>
                  </a:cubicBezTo>
                  <a:cubicBezTo>
                    <a:pt x="22987" y="1684655"/>
                    <a:pt x="19050" y="1661668"/>
                    <a:pt x="15621" y="1638554"/>
                  </a:cubicBezTo>
                  <a:cubicBezTo>
                    <a:pt x="12192" y="1615440"/>
                    <a:pt x="9271" y="1592199"/>
                    <a:pt x="6985" y="1568958"/>
                  </a:cubicBezTo>
                  <a:cubicBezTo>
                    <a:pt x="4699" y="1545717"/>
                    <a:pt x="2921" y="1522349"/>
                    <a:pt x="1778" y="1498981"/>
                  </a:cubicBezTo>
                  <a:cubicBezTo>
                    <a:pt x="635" y="1475613"/>
                    <a:pt x="0" y="1452245"/>
                    <a:pt x="0" y="1428877"/>
                  </a:cubicBezTo>
                  <a:cubicBezTo>
                    <a:pt x="0" y="1405509"/>
                    <a:pt x="635" y="1382141"/>
                    <a:pt x="1778" y="1358773"/>
                  </a:cubicBezTo>
                  <a:cubicBezTo>
                    <a:pt x="2921" y="1335405"/>
                    <a:pt x="4699" y="1312164"/>
                    <a:pt x="6985" y="1288796"/>
                  </a:cubicBezTo>
                  <a:cubicBezTo>
                    <a:pt x="9271" y="1265428"/>
                    <a:pt x="12192" y="1242314"/>
                    <a:pt x="15621" y="1219200"/>
                  </a:cubicBezTo>
                  <a:cubicBezTo>
                    <a:pt x="19050" y="1196086"/>
                    <a:pt x="22987" y="1172972"/>
                    <a:pt x="27559" y="1150112"/>
                  </a:cubicBezTo>
                  <a:cubicBezTo>
                    <a:pt x="32131" y="1127252"/>
                    <a:pt x="37211" y="1104392"/>
                    <a:pt x="42926" y="1081659"/>
                  </a:cubicBezTo>
                  <a:cubicBezTo>
                    <a:pt x="48641" y="1058926"/>
                    <a:pt x="54864" y="1036447"/>
                    <a:pt x="61595" y="1014095"/>
                  </a:cubicBezTo>
                  <a:cubicBezTo>
                    <a:pt x="68326" y="991743"/>
                    <a:pt x="75692" y="969518"/>
                    <a:pt x="83566" y="947547"/>
                  </a:cubicBezTo>
                  <a:cubicBezTo>
                    <a:pt x="91440" y="925576"/>
                    <a:pt x="99822" y="903732"/>
                    <a:pt x="108839" y="882142"/>
                  </a:cubicBezTo>
                  <a:cubicBezTo>
                    <a:pt x="117856" y="860552"/>
                    <a:pt x="127254" y="839216"/>
                    <a:pt x="137287" y="818007"/>
                  </a:cubicBezTo>
                  <a:cubicBezTo>
                    <a:pt x="147320" y="796798"/>
                    <a:pt x="157861" y="775970"/>
                    <a:pt x="168783" y="755396"/>
                  </a:cubicBezTo>
                  <a:cubicBezTo>
                    <a:pt x="179705" y="734822"/>
                    <a:pt x="191262" y="714375"/>
                    <a:pt x="203327" y="694309"/>
                  </a:cubicBezTo>
                  <a:cubicBezTo>
                    <a:pt x="215392" y="674243"/>
                    <a:pt x="227838" y="654558"/>
                    <a:pt x="240919" y="635127"/>
                  </a:cubicBezTo>
                  <a:cubicBezTo>
                    <a:pt x="254000" y="615696"/>
                    <a:pt x="267335" y="596519"/>
                    <a:pt x="281305" y="577850"/>
                  </a:cubicBezTo>
                  <a:cubicBezTo>
                    <a:pt x="295275" y="559181"/>
                    <a:pt x="309626" y="540639"/>
                    <a:pt x="324485" y="522605"/>
                  </a:cubicBezTo>
                  <a:cubicBezTo>
                    <a:pt x="339344" y="504571"/>
                    <a:pt x="354584" y="486791"/>
                    <a:pt x="370332" y="469519"/>
                  </a:cubicBezTo>
                  <a:cubicBezTo>
                    <a:pt x="386080" y="452247"/>
                    <a:pt x="402082" y="435229"/>
                    <a:pt x="418719" y="418719"/>
                  </a:cubicBezTo>
                  <a:cubicBezTo>
                    <a:pt x="435356" y="402209"/>
                    <a:pt x="452247" y="386080"/>
                    <a:pt x="469519" y="370332"/>
                  </a:cubicBezTo>
                  <a:cubicBezTo>
                    <a:pt x="486791" y="354584"/>
                    <a:pt x="504571" y="339344"/>
                    <a:pt x="522605" y="324485"/>
                  </a:cubicBezTo>
                  <a:cubicBezTo>
                    <a:pt x="540639" y="309626"/>
                    <a:pt x="559054" y="295275"/>
                    <a:pt x="577850" y="281305"/>
                  </a:cubicBezTo>
                  <a:cubicBezTo>
                    <a:pt x="596646" y="267335"/>
                    <a:pt x="615696" y="253873"/>
                    <a:pt x="635127" y="240919"/>
                  </a:cubicBezTo>
                  <a:cubicBezTo>
                    <a:pt x="654558" y="227965"/>
                    <a:pt x="674370" y="215392"/>
                    <a:pt x="694309" y="203327"/>
                  </a:cubicBezTo>
                  <a:cubicBezTo>
                    <a:pt x="714248" y="191262"/>
                    <a:pt x="734695" y="179832"/>
                    <a:pt x="755396" y="168783"/>
                  </a:cubicBezTo>
                  <a:cubicBezTo>
                    <a:pt x="776097" y="157734"/>
                    <a:pt x="796925" y="147193"/>
                    <a:pt x="818007" y="137287"/>
                  </a:cubicBezTo>
                  <a:cubicBezTo>
                    <a:pt x="839089" y="127381"/>
                    <a:pt x="860552" y="117856"/>
                    <a:pt x="882142" y="108839"/>
                  </a:cubicBezTo>
                  <a:cubicBezTo>
                    <a:pt x="903732" y="99822"/>
                    <a:pt x="925576" y="91440"/>
                    <a:pt x="947547" y="83566"/>
                  </a:cubicBezTo>
                  <a:cubicBezTo>
                    <a:pt x="969518" y="75692"/>
                    <a:pt x="991743" y="68326"/>
                    <a:pt x="1014095" y="61595"/>
                  </a:cubicBezTo>
                  <a:cubicBezTo>
                    <a:pt x="1036447" y="54864"/>
                    <a:pt x="1059053" y="48641"/>
                    <a:pt x="1081659" y="42926"/>
                  </a:cubicBezTo>
                  <a:cubicBezTo>
                    <a:pt x="1104265" y="37211"/>
                    <a:pt x="1127125" y="32131"/>
                    <a:pt x="1150112" y="27559"/>
                  </a:cubicBezTo>
                  <a:cubicBezTo>
                    <a:pt x="1173099" y="22987"/>
                    <a:pt x="1196086" y="19050"/>
                    <a:pt x="1219200" y="15621"/>
                  </a:cubicBezTo>
                  <a:cubicBezTo>
                    <a:pt x="1242314" y="12192"/>
                    <a:pt x="1265555" y="9271"/>
                    <a:pt x="1288796" y="6985"/>
                  </a:cubicBezTo>
                  <a:cubicBezTo>
                    <a:pt x="1312037" y="4699"/>
                    <a:pt x="1335405" y="2921"/>
                    <a:pt x="1358773" y="1778"/>
                  </a:cubicBezTo>
                  <a:cubicBezTo>
                    <a:pt x="1382141" y="635"/>
                    <a:pt x="1405509" y="0"/>
                    <a:pt x="1428877" y="0"/>
                  </a:cubicBezTo>
                  <a:cubicBezTo>
                    <a:pt x="1452245" y="0"/>
                    <a:pt x="1475613" y="508"/>
                    <a:pt x="1498981" y="1778"/>
                  </a:cubicBezTo>
                  <a:cubicBezTo>
                    <a:pt x="1522349" y="3048"/>
                    <a:pt x="1545590" y="4572"/>
                    <a:pt x="1568958" y="6985"/>
                  </a:cubicBezTo>
                  <a:cubicBezTo>
                    <a:pt x="1592326" y="9398"/>
                    <a:pt x="1615440" y="12192"/>
                    <a:pt x="1638554" y="15621"/>
                  </a:cubicBezTo>
                  <a:cubicBezTo>
                    <a:pt x="1661668" y="19050"/>
                    <a:pt x="1684782" y="22987"/>
                    <a:pt x="1707642" y="27559"/>
                  </a:cubicBezTo>
                  <a:cubicBezTo>
                    <a:pt x="1730502" y="32131"/>
                    <a:pt x="1753362" y="37211"/>
                    <a:pt x="1776095" y="42926"/>
                  </a:cubicBezTo>
                  <a:cubicBezTo>
                    <a:pt x="1798828" y="48641"/>
                    <a:pt x="1821307" y="54864"/>
                    <a:pt x="1843659" y="61595"/>
                  </a:cubicBezTo>
                  <a:cubicBezTo>
                    <a:pt x="1866011" y="68326"/>
                    <a:pt x="1888236" y="75692"/>
                    <a:pt x="1910207" y="83566"/>
                  </a:cubicBezTo>
                  <a:cubicBezTo>
                    <a:pt x="1932178" y="91440"/>
                    <a:pt x="1954022" y="99822"/>
                    <a:pt x="1975612" y="108839"/>
                  </a:cubicBezTo>
                  <a:cubicBezTo>
                    <a:pt x="1997202" y="117856"/>
                    <a:pt x="2018538" y="127254"/>
                    <a:pt x="2039747" y="137287"/>
                  </a:cubicBezTo>
                  <a:cubicBezTo>
                    <a:pt x="2060956" y="147320"/>
                    <a:pt x="2081784" y="157734"/>
                    <a:pt x="2102358" y="168783"/>
                  </a:cubicBezTo>
                  <a:cubicBezTo>
                    <a:pt x="2122932" y="179832"/>
                    <a:pt x="2143379" y="191262"/>
                    <a:pt x="2163318" y="203327"/>
                  </a:cubicBezTo>
                  <a:cubicBezTo>
                    <a:pt x="2183257" y="215392"/>
                    <a:pt x="2203196" y="227838"/>
                    <a:pt x="2222627" y="240919"/>
                  </a:cubicBezTo>
                  <a:cubicBezTo>
                    <a:pt x="2242058" y="254000"/>
                    <a:pt x="2261235" y="267335"/>
                    <a:pt x="2279904" y="281305"/>
                  </a:cubicBezTo>
                  <a:cubicBezTo>
                    <a:pt x="2298573" y="295275"/>
                    <a:pt x="2317115" y="309626"/>
                    <a:pt x="2335149" y="324485"/>
                  </a:cubicBezTo>
                  <a:cubicBezTo>
                    <a:pt x="2353183" y="339344"/>
                    <a:pt x="2370963" y="354584"/>
                    <a:pt x="2388235" y="370332"/>
                  </a:cubicBezTo>
                  <a:cubicBezTo>
                    <a:pt x="2405507" y="386080"/>
                    <a:pt x="2422525" y="402209"/>
                    <a:pt x="2439035" y="418719"/>
                  </a:cubicBezTo>
                  <a:cubicBezTo>
                    <a:pt x="2455545" y="435229"/>
                    <a:pt x="2471674" y="452247"/>
                    <a:pt x="2487422" y="469519"/>
                  </a:cubicBezTo>
                  <a:cubicBezTo>
                    <a:pt x="2503170" y="486791"/>
                    <a:pt x="2518410" y="504571"/>
                    <a:pt x="2533269" y="522605"/>
                  </a:cubicBezTo>
                  <a:cubicBezTo>
                    <a:pt x="2548128" y="540639"/>
                    <a:pt x="2562479" y="559054"/>
                    <a:pt x="2576449" y="577850"/>
                  </a:cubicBezTo>
                  <a:cubicBezTo>
                    <a:pt x="2590419" y="596646"/>
                    <a:pt x="2603881" y="615696"/>
                    <a:pt x="2616835" y="635127"/>
                  </a:cubicBezTo>
                  <a:cubicBezTo>
                    <a:pt x="2629789" y="654558"/>
                    <a:pt x="2642362" y="674370"/>
                    <a:pt x="2654427" y="694309"/>
                  </a:cubicBezTo>
                  <a:cubicBezTo>
                    <a:pt x="2666492" y="714248"/>
                    <a:pt x="2677922" y="734695"/>
                    <a:pt x="2688971" y="755396"/>
                  </a:cubicBezTo>
                  <a:cubicBezTo>
                    <a:pt x="2700020" y="776097"/>
                    <a:pt x="2710561" y="796925"/>
                    <a:pt x="2720467" y="818007"/>
                  </a:cubicBezTo>
                  <a:cubicBezTo>
                    <a:pt x="2730373" y="839089"/>
                    <a:pt x="2739898" y="860552"/>
                    <a:pt x="2748915" y="882142"/>
                  </a:cubicBezTo>
                  <a:cubicBezTo>
                    <a:pt x="2757932" y="903732"/>
                    <a:pt x="2766314" y="925576"/>
                    <a:pt x="2774188" y="947547"/>
                  </a:cubicBezTo>
                  <a:cubicBezTo>
                    <a:pt x="2782062" y="969518"/>
                    <a:pt x="2789428" y="991743"/>
                    <a:pt x="2796159" y="1014095"/>
                  </a:cubicBezTo>
                  <a:cubicBezTo>
                    <a:pt x="2802890" y="1036447"/>
                    <a:pt x="2809240" y="1059053"/>
                    <a:pt x="2814828" y="1081659"/>
                  </a:cubicBezTo>
                  <a:cubicBezTo>
                    <a:pt x="2820416" y="1104265"/>
                    <a:pt x="2825623" y="1127125"/>
                    <a:pt x="2830195" y="1150112"/>
                  </a:cubicBezTo>
                  <a:cubicBezTo>
                    <a:pt x="2834767" y="1173099"/>
                    <a:pt x="2838704" y="1196086"/>
                    <a:pt x="2842133" y="1219200"/>
                  </a:cubicBezTo>
                  <a:cubicBezTo>
                    <a:pt x="2845562" y="1242314"/>
                    <a:pt x="2848483" y="1265555"/>
                    <a:pt x="2850769" y="1288796"/>
                  </a:cubicBezTo>
                  <a:cubicBezTo>
                    <a:pt x="2853055" y="1312037"/>
                    <a:pt x="2854833" y="1335405"/>
                    <a:pt x="2855976" y="1358773"/>
                  </a:cubicBezTo>
                  <a:cubicBezTo>
                    <a:pt x="2857119" y="1382141"/>
                    <a:pt x="2857754" y="1405509"/>
                    <a:pt x="2857754" y="1428877"/>
                  </a:cubicBezTo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016000" y="1616075"/>
              <a:ext cx="114300" cy="2266950"/>
            </a:xfrm>
            <a:custGeom>
              <a:avLst/>
              <a:gdLst/>
              <a:ahLst/>
              <a:cxnLst/>
              <a:rect r="r" b="b" t="t" l="l"/>
              <a:pathLst>
                <a:path h="2266950" w="114300">
                  <a:moveTo>
                    <a:pt x="0" y="2266950"/>
                  </a:moveTo>
                  <a:lnTo>
                    <a:pt x="114300" y="2266950"/>
                  </a:ln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016000" y="4416425"/>
              <a:ext cx="476250" cy="19050"/>
            </a:xfrm>
            <a:custGeom>
              <a:avLst/>
              <a:gdLst/>
              <a:ahLst/>
              <a:cxnLst/>
              <a:rect r="r" b="b" t="t" l="l"/>
              <a:pathLst>
                <a:path h="19050" w="476250">
                  <a:moveTo>
                    <a:pt x="0" y="19050"/>
                  </a:moveTo>
                  <a:lnTo>
                    <a:pt x="476250" y="19050"/>
                  </a:lnTo>
                  <a:lnTo>
                    <a:pt x="476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76375" y="5131108"/>
            <a:ext cx="44948" cy="37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5490210"/>
            <a:ext cx="118529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7"/>
              </a:lnSpc>
            </a:pPr>
            <a:r>
              <a:rPr lang="en-US" sz="3600" spc="2401">
                <a:solidFill>
                  <a:srgbClr val="2A9D8F">
                    <a:alpha val="40000"/>
                  </a:srgbClr>
                </a:solidFill>
                <a:latin typeface="Arimo"/>
                <a:ea typeface="Arimo"/>
                <a:cs typeface="Arimo"/>
                <a:sym typeface="Arimo"/>
              </a:rPr>
              <a:t>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7800" y="1567605"/>
            <a:ext cx="4336456" cy="253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8"/>
              </a:lnSpc>
            </a:pPr>
            <a:r>
              <a:rPr lang="en-US" sz="63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MUỐI CỦA RỪNG</a:t>
            </a:r>
          </a:p>
          <a:p>
            <a:pPr algn="l">
              <a:lnSpc>
                <a:spcPts val="5850"/>
              </a:lnSpc>
            </a:pPr>
            <a:r>
              <a:rPr lang="en-US" sz="2700" spc="302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NGUYỄN HUY THIỆP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2200" y="3961838"/>
            <a:ext cx="76981" cy="57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9250" y="4171845"/>
            <a:ext cx="4162396" cy="36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Hành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trình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thức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tỉnh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lương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tri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5273983"/>
            <a:ext cx="4069407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264653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Khám phá sự giao hòa giữa con người và thiên nhiên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8497" y="1441447"/>
            <a:ext cx="5270497" cy="4413247"/>
            <a:chOff x="0" y="0"/>
            <a:chExt cx="5270500" cy="4413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5143500" cy="4286250"/>
            </a:xfrm>
            <a:custGeom>
              <a:avLst/>
              <a:gdLst/>
              <a:ahLst/>
              <a:cxnLst/>
              <a:rect r="r" b="b" t="t" l="l"/>
              <a:pathLst>
                <a:path h="4286250" w="5143500">
                  <a:moveTo>
                    <a:pt x="0" y="4286250"/>
                  </a:moveTo>
                  <a:lnTo>
                    <a:pt x="5143500" y="4286250"/>
                  </a:lnTo>
                  <a:lnTo>
                    <a:pt x="5143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>
                <a:alpha val="784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5143500" cy="47625"/>
            </a:xfrm>
            <a:custGeom>
              <a:avLst/>
              <a:gdLst/>
              <a:ahLst/>
              <a:cxnLst/>
              <a:rect r="r" b="b" t="t" l="l"/>
              <a:pathLst>
                <a:path h="47625" w="5143500">
                  <a:moveTo>
                    <a:pt x="0" y="47625"/>
                  </a:moveTo>
                  <a:lnTo>
                    <a:pt x="5143500" y="47625"/>
                  </a:lnTo>
                  <a:lnTo>
                    <a:pt x="5143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2000" y="571500"/>
            <a:ext cx="76200" cy="552450"/>
            <a:chOff x="0" y="0"/>
            <a:chExt cx="76200" cy="552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552450"/>
            </a:xfrm>
            <a:custGeom>
              <a:avLst/>
              <a:gdLst/>
              <a:ahLst/>
              <a:cxnLst/>
              <a:rect r="r" b="b" t="t" l="l"/>
              <a:pathLst>
                <a:path h="552450" w="76200">
                  <a:moveTo>
                    <a:pt x="0" y="552450"/>
                  </a:moveTo>
                  <a:lnTo>
                    <a:pt x="76200" y="552450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222997" y="1441447"/>
            <a:ext cx="6032497" cy="5480047"/>
            <a:chOff x="0" y="0"/>
            <a:chExt cx="6032500" cy="5480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5143500" cy="4286250"/>
            </a:xfrm>
            <a:custGeom>
              <a:avLst/>
              <a:gdLst/>
              <a:ahLst/>
              <a:cxnLst/>
              <a:rect r="r" b="b" t="t" l="l"/>
              <a:pathLst>
                <a:path h="4286250" w="5143500">
                  <a:moveTo>
                    <a:pt x="0" y="4286250"/>
                  </a:moveTo>
                  <a:lnTo>
                    <a:pt x="5143500" y="4286250"/>
                  </a:lnTo>
                  <a:lnTo>
                    <a:pt x="5143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49250" y="2416175"/>
              <a:ext cx="38100" cy="628650"/>
            </a:xfrm>
            <a:custGeom>
              <a:avLst/>
              <a:gdLst/>
              <a:ahLst/>
              <a:cxnLst/>
              <a:rect r="r" b="b" t="t" l="l"/>
              <a:pathLst>
                <a:path h="628650" w="38100">
                  <a:moveTo>
                    <a:pt x="0" y="628650"/>
                  </a:moveTo>
                  <a:lnTo>
                    <a:pt x="38100" y="628650"/>
                  </a:lnTo>
                  <a:lnTo>
                    <a:pt x="38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143500" cy="47625"/>
            </a:xfrm>
            <a:custGeom>
              <a:avLst/>
              <a:gdLst/>
              <a:ahLst/>
              <a:cxnLst/>
              <a:rect r="r" b="b" t="t" l="l"/>
              <a:pathLst>
                <a:path h="47625" w="5143500">
                  <a:moveTo>
                    <a:pt x="0" y="47625"/>
                  </a:moveTo>
                  <a:lnTo>
                    <a:pt x="5143500" y="47625"/>
                  </a:lnTo>
                  <a:lnTo>
                    <a:pt x="5143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64000" y="351155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905000" y="0"/>
                  </a:moveTo>
                  <a:lnTo>
                    <a:pt x="0" y="1905000"/>
                  </a:lnTo>
                  <a:lnTo>
                    <a:pt x="1905000" y="1905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37198"/>
            <a:ext cx="5225386" cy="65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TÁC GIẢ &amp; TÁC PHẨM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1746885"/>
            <a:ext cx="4591936" cy="325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</a:t>
            </a:r>
          </a:p>
          <a:p>
            <a:pPr algn="just">
              <a:lnSpc>
                <a:spcPts val="240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Một trongnhững </a:t>
            </a:r>
            <a:r>
              <a:rPr lang="en-US" sz="15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cây bút tiêu biểu</a:t>
            </a: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nhất của văn học Việt Nam thời kỳ Đổi mới.</a:t>
            </a:r>
          </a:p>
          <a:p>
            <a:pPr algn="just">
              <a:lnSpc>
                <a:spcPts val="375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Phong cách kể chuyện độc đáo, sắc sảo, thường</a:t>
            </a:r>
          </a:p>
          <a:p>
            <a:pPr algn="just">
              <a:lnSpc>
                <a:spcPts val="105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đan xen giữa hiện thực và huyền ảo, triết lý và</a:t>
            </a:r>
          </a:p>
          <a:p>
            <a:pPr algn="just">
              <a:lnSpc>
                <a:spcPts val="375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đời thường.</a:t>
            </a:r>
          </a:p>
          <a:p>
            <a:pPr algn="just">
              <a:lnSpc>
                <a:spcPts val="330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Ông có cái nhìn trực diện vào những góc khuất</a:t>
            </a:r>
          </a:p>
          <a:p>
            <a:pPr algn="just">
              <a:lnSpc>
                <a:spcPts val="150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của con người và xã hội, luôn trăn trở về các giá</a:t>
            </a:r>
          </a:p>
          <a:p>
            <a:pPr algn="just">
              <a:lnSpc>
                <a:spcPts val="330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trị đạo đức.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72250" y="1746885"/>
            <a:ext cx="4646143" cy="83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</a:t>
            </a:r>
          </a:p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Sáng tác năm </a:t>
            </a:r>
            <a:r>
              <a:rPr lang="en-US" sz="15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1986</a:t>
            </a: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, thuộcchùm truyện về đềtài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000" y="1648635"/>
            <a:ext cx="3724142" cy="48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Tác giả Nguyễn Huy Thiệp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0725" y="2137905"/>
            <a:ext cx="49940" cy="42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53250" y="1648635"/>
            <a:ext cx="4160530" cy="48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Truyện ngắn "Muối của rừng"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0650" y="2137905"/>
            <a:ext cx="49940" cy="42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72250" y="2566530"/>
            <a:ext cx="45124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thiên nhiên (cùng với "Kiếm sắc", "Vàng lửa"...).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Tác phẩm đặt ra vấn đề nhức nhối về mối quan</a:t>
            </a:r>
          </a:p>
          <a:p>
            <a:pPr algn="l">
              <a:lnSpc>
                <a:spcPts val="1050"/>
              </a:lnSpc>
            </a:pP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hệ giữa </a:t>
            </a:r>
            <a:r>
              <a:rPr lang="en-US" sz="15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con người và môi trường</a:t>
            </a:r>
            <a:r>
              <a:rPr lang="en-US" sz="15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tự nhiên.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4729" y="3850977"/>
            <a:ext cx="4161587" cy="64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91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"Nhan đề gợi liên tưởng về một bức tranh thiên nhiên khi rừng kết muối - biểu tượng của cuộc sống thanh bình và may mắn."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2318997" cy="6488039"/>
          </a:xfrm>
          <a:custGeom>
            <a:avLst/>
            <a:gdLst/>
            <a:ahLst/>
            <a:cxnLst/>
            <a:rect r="r" b="b" t="t" l="l"/>
            <a:pathLst>
              <a:path h="6488039" w="12318997">
                <a:moveTo>
                  <a:pt x="0" y="0"/>
                </a:moveTo>
                <a:lnTo>
                  <a:pt x="12318997" y="0"/>
                </a:lnTo>
                <a:lnTo>
                  <a:pt x="12318997" y="6488039"/>
                </a:lnTo>
                <a:lnTo>
                  <a:pt x="0" y="6488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4157" y="65856"/>
            <a:ext cx="5116573" cy="1038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4"/>
              </a:lnSpc>
            </a:pPr>
            <a:r>
              <a:rPr lang="en-US" sz="3339" spc="1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TÓM TẮT CỐT TRUYỆN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8905" y="1487195"/>
            <a:ext cx="288369" cy="60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6"/>
              </a:lnSpc>
            </a:pPr>
            <a:r>
              <a:rPr lang="en-US" sz="22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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44905" y="1706270"/>
            <a:ext cx="288369" cy="38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2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6902" y="1706270"/>
            <a:ext cx="288369" cy="38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2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2207" y="2567645"/>
            <a:ext cx="650653" cy="37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53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Đi săn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7630" y="2864158"/>
            <a:ext cx="37052" cy="30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31934" y="2539517"/>
            <a:ext cx="1001306" cy="33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53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Cứu nhau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64003" y="2864158"/>
            <a:ext cx="37052" cy="30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37433" y="2539517"/>
            <a:ext cx="1053274" cy="33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53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Vác khỉ về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6262" y="2864158"/>
            <a:ext cx="37052" cy="30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12003" y="2546509"/>
            <a:ext cx="1173309" cy="32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53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Phóng sinh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86646" y="2864158"/>
            <a:ext cx="37052" cy="30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33558" y="2539517"/>
            <a:ext cx="1398603" cy="33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53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Hoa tử huyền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67682" y="2864158"/>
            <a:ext cx="37052" cy="30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8872" y="2978458"/>
            <a:ext cx="1758820" cy="39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7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Mùa xuân, ông Diểu đi săn và bắn bị thương khỉ bố.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60878" y="2978458"/>
            <a:ext cx="1755143" cy="59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7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Khỉ mẹ và khỉ con mạo hiểm cứu khỉ bố, khỉ con rơi xuống vực.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10535" y="2978458"/>
            <a:ext cx="1718529" cy="59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7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Ông Diểu vác khỉbố về, khỉ mẹ lẽo đẽo theo sau không rời.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64629" y="2978458"/>
            <a:ext cx="1675343" cy="59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7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Thức tỉnh lương tri, ông băng bó và phóng sinh cho khỉ bố.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58472" y="2978458"/>
            <a:ext cx="1365796" cy="19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Ông trở về trong mưa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55656" y="3172816"/>
            <a:ext cx="1349483" cy="39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7"/>
              </a:lnSpc>
            </a:pPr>
            <a:r>
              <a:rPr lang="en-US" sz="11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xuân và gặp hoa tử huyền nở rộ.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62750"/>
            <a:ext cx="2857500" cy="95250"/>
            <a:chOff x="0" y="0"/>
            <a:chExt cx="2857500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7500" cy="95250"/>
            </a:xfrm>
            <a:custGeom>
              <a:avLst/>
              <a:gdLst/>
              <a:ahLst/>
              <a:cxnLst/>
              <a:rect r="r" b="b" t="t" l="l"/>
              <a:pathLst>
                <a:path h="95250" w="2857500">
                  <a:moveTo>
                    <a:pt x="0" y="95250"/>
                  </a:moveTo>
                  <a:lnTo>
                    <a:pt x="2857500" y="95250"/>
                  </a:lnTo>
                  <a:lnTo>
                    <a:pt x="2857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1790700"/>
            <a:ext cx="5095875" cy="1143000"/>
            <a:chOff x="0" y="0"/>
            <a:chExt cx="5095875" cy="114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95875" cy="1143000"/>
            </a:xfrm>
            <a:custGeom>
              <a:avLst/>
              <a:gdLst/>
              <a:ahLst/>
              <a:cxnLst/>
              <a:rect r="r" b="b" t="t" l="l"/>
              <a:pathLst>
                <a:path h="1143000" w="5095875">
                  <a:moveTo>
                    <a:pt x="0" y="1143000"/>
                  </a:moveTo>
                  <a:lnTo>
                    <a:pt x="5095875" y="1143000"/>
                  </a:lnTo>
                  <a:lnTo>
                    <a:pt x="50958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2000" y="3219450"/>
            <a:ext cx="5095875" cy="1143000"/>
            <a:chOff x="0" y="0"/>
            <a:chExt cx="5095875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875" cy="1143000"/>
            </a:xfrm>
            <a:custGeom>
              <a:avLst/>
              <a:gdLst/>
              <a:ahLst/>
              <a:cxnLst/>
              <a:rect r="r" b="b" t="t" l="l"/>
              <a:pathLst>
                <a:path h="1143000" w="5095875">
                  <a:moveTo>
                    <a:pt x="0" y="1143000"/>
                  </a:moveTo>
                  <a:lnTo>
                    <a:pt x="5095875" y="1143000"/>
                  </a:lnTo>
                  <a:lnTo>
                    <a:pt x="50958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2000" y="4648200"/>
            <a:ext cx="5095875" cy="1143000"/>
            <a:chOff x="0" y="0"/>
            <a:chExt cx="5095875" cy="114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875" cy="1143000"/>
            </a:xfrm>
            <a:custGeom>
              <a:avLst/>
              <a:gdLst/>
              <a:ahLst/>
              <a:cxnLst/>
              <a:rect r="r" b="b" t="t" l="l"/>
              <a:pathLst>
                <a:path h="1143000" w="5095875">
                  <a:moveTo>
                    <a:pt x="0" y="1143000"/>
                  </a:moveTo>
                  <a:lnTo>
                    <a:pt x="5095875" y="1143000"/>
                  </a:lnTo>
                  <a:lnTo>
                    <a:pt x="50958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2000" y="571500"/>
            <a:ext cx="76200" cy="552450"/>
            <a:chOff x="0" y="0"/>
            <a:chExt cx="76200" cy="552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552450"/>
            </a:xfrm>
            <a:custGeom>
              <a:avLst/>
              <a:gdLst/>
              <a:ahLst/>
              <a:cxnLst/>
              <a:rect r="r" b="b" t="t" l="l"/>
              <a:pathLst>
                <a:path h="552450" w="76200">
                  <a:moveTo>
                    <a:pt x="0" y="552450"/>
                  </a:moveTo>
                  <a:lnTo>
                    <a:pt x="76200" y="552450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270622" y="1536697"/>
            <a:ext cx="5222872" cy="4413247"/>
            <a:chOff x="0" y="0"/>
            <a:chExt cx="5222875" cy="4413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5095875" cy="4286250"/>
            </a:xfrm>
            <a:custGeom>
              <a:avLst/>
              <a:gdLst/>
              <a:ahLst/>
              <a:cxnLst/>
              <a:rect r="r" b="b" t="t" l="l"/>
              <a:pathLst>
                <a:path h="4286250" w="5095875">
                  <a:moveTo>
                    <a:pt x="0" y="4286250"/>
                  </a:moveTo>
                  <a:lnTo>
                    <a:pt x="5095875" y="4286250"/>
                  </a:lnTo>
                  <a:lnTo>
                    <a:pt x="50958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44500" y="3292475"/>
              <a:ext cx="38100" cy="628650"/>
            </a:xfrm>
            <a:custGeom>
              <a:avLst/>
              <a:gdLst/>
              <a:ahLst/>
              <a:cxnLst/>
              <a:rect r="r" b="b" t="t" l="l"/>
              <a:pathLst>
                <a:path h="628650" w="38100">
                  <a:moveTo>
                    <a:pt x="0" y="628650"/>
                  </a:moveTo>
                  <a:lnTo>
                    <a:pt x="38100" y="628650"/>
                  </a:lnTo>
                  <a:lnTo>
                    <a:pt x="38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437198"/>
            <a:ext cx="7408812" cy="65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1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ÔNG DIỂU - TỪ KẺ SĂN ĐUỔI...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4812030"/>
            <a:ext cx="291465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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" y="1954530"/>
            <a:ext cx="262318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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" y="3383280"/>
            <a:ext cx="262318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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0175" y="3327121"/>
            <a:ext cx="2141296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Cái nhìn thực dụng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71700" y="3683308"/>
            <a:ext cx="44948" cy="30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4755871"/>
            <a:ext cx="2119084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 vô cảm ban đầu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4975" y="5112058"/>
            <a:ext cx="44948" cy="30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0175" y="1898371"/>
            <a:ext cx="2366401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Hành động quyết liệt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28825" y="2254558"/>
            <a:ext cx="44948" cy="30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0175" y="3745449"/>
            <a:ext cx="3639592" cy="24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Coi thiên nhiên là đối tượng để chinh phục, khai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0175" y="3983574"/>
            <a:ext cx="3415970" cy="2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50" spc="12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thác và khẳng định sức mạnh cá nhân.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0175" y="2316699"/>
            <a:ext cx="3620393" cy="24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Giương súng bắn hạ khỉ bố,truy đuổi bầy khỉ để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0175" y="2554824"/>
            <a:ext cx="1890636" cy="2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50" spc="1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lấy lại khẩu súng quý.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8750" y="5174199"/>
            <a:ext cx="3753594" cy="24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Coi thường tình cảm của bầy khỉ, cho rằng đó chỉ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8750" y="5412324"/>
            <a:ext cx="1706042" cy="2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là "tấn kịch" lừa dối.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15125" y="1972513"/>
            <a:ext cx="4296385" cy="254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Tâm lý nhân vật</a:t>
            </a:r>
          </a:p>
          <a:p>
            <a:pPr algn="l">
              <a:lnSpc>
                <a:spcPts val="2700"/>
              </a:lnSpc>
            </a:pPr>
            <a:r>
              <a:rPr lang="en-US" sz="1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Ông Diểu đại diện cho con người hiện đại với tư duy </a:t>
            </a:r>
            <a:r>
              <a:rPr lang="en-US" sz="15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thống trị tự nhiên</a:t>
            </a:r>
            <a:r>
              <a:rPr lang="en-US" sz="1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Việc đi săn không chỉ là tìm kiếm thực phẩm</a:t>
            </a:r>
          </a:p>
          <a:p>
            <a:pPr algn="l">
              <a:lnSpc>
                <a:spcPts val="1650"/>
              </a:lnSpc>
            </a:pPr>
            <a:r>
              <a:rPr lang="en-US" sz="1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mà còn là một thú vui thượng lưu, một cách</a:t>
            </a:r>
          </a:p>
          <a:p>
            <a:pPr algn="l">
              <a:lnSpc>
                <a:spcPts val="3750"/>
              </a:lnSpc>
            </a:pPr>
            <a:r>
              <a:rPr lang="en-US" sz="15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để chứng tỏ bản lĩnh.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35238" y="4822527"/>
            <a:ext cx="3912013" cy="64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0"/>
              </a:lnSpc>
            </a:pPr>
            <a:r>
              <a:rPr lang="en-US" sz="1391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"Đồ gian dối, mày chứng minh tấm lòng cao thượng hệt như một bà trưởng giả! Sự tan rã đạo đức bắt đầu từ những tấn kịch thế này..."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571500"/>
            <a:ext cx="76200" cy="552450"/>
            <a:chOff x="0" y="0"/>
            <a:chExt cx="76200" cy="552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552450"/>
            </a:xfrm>
            <a:custGeom>
              <a:avLst/>
              <a:gdLst/>
              <a:ahLst/>
              <a:cxnLst/>
              <a:rect r="r" b="b" t="t" l="l"/>
              <a:pathLst>
                <a:path h="552450" w="76200">
                  <a:moveTo>
                    <a:pt x="0" y="552450"/>
                  </a:moveTo>
                  <a:lnTo>
                    <a:pt x="76200" y="552450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98497" y="1441447"/>
            <a:ext cx="6670672" cy="4317997"/>
            <a:chOff x="0" y="0"/>
            <a:chExt cx="6670675" cy="431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6543675" cy="4191000"/>
            </a:xfrm>
            <a:custGeom>
              <a:avLst/>
              <a:gdLst/>
              <a:ahLst/>
              <a:cxnLst/>
              <a:rect r="r" b="b" t="t" l="l"/>
              <a:pathLst>
                <a:path h="4191000" w="6543675">
                  <a:moveTo>
                    <a:pt x="0" y="4191000"/>
                  </a:moveTo>
                  <a:lnTo>
                    <a:pt x="6543675" y="4191000"/>
                  </a:lnTo>
                  <a:lnTo>
                    <a:pt x="6543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>
                <a:alpha val="784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44500" y="2873375"/>
              <a:ext cx="5781675" cy="9525"/>
            </a:xfrm>
            <a:custGeom>
              <a:avLst/>
              <a:gdLst/>
              <a:ahLst/>
              <a:cxnLst/>
              <a:rect r="r" b="b" t="t" l="l"/>
              <a:pathLst>
                <a:path h="9525" w="5781675">
                  <a:moveTo>
                    <a:pt x="0" y="9525"/>
                  </a:moveTo>
                  <a:lnTo>
                    <a:pt x="5781675" y="9525"/>
                  </a:lnTo>
                  <a:lnTo>
                    <a:pt x="5781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6543675" cy="57150"/>
            </a:xfrm>
            <a:custGeom>
              <a:avLst/>
              <a:gdLst/>
              <a:ahLst/>
              <a:cxnLst/>
              <a:rect r="r" b="b" t="t" l="l"/>
              <a:pathLst>
                <a:path h="57150" w="6543675">
                  <a:moveTo>
                    <a:pt x="0" y="57150"/>
                  </a:moveTo>
                  <a:lnTo>
                    <a:pt x="6543675" y="57150"/>
                  </a:lnTo>
                  <a:lnTo>
                    <a:pt x="6543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08872" y="1441447"/>
            <a:ext cx="3984622" cy="4251322"/>
            <a:chOff x="0" y="0"/>
            <a:chExt cx="3984625" cy="42513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857625" cy="1295400"/>
            </a:xfrm>
            <a:custGeom>
              <a:avLst/>
              <a:gdLst/>
              <a:ahLst/>
              <a:cxnLst/>
              <a:rect r="r" b="b" t="t" l="l"/>
              <a:pathLst>
                <a:path h="1295400" w="3857625">
                  <a:moveTo>
                    <a:pt x="0" y="1295400"/>
                  </a:moveTo>
                  <a:lnTo>
                    <a:pt x="3857625" y="1295400"/>
                  </a:lnTo>
                  <a:lnTo>
                    <a:pt x="3857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>
                <a:alpha val="1961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71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57150">
                  <a:moveTo>
                    <a:pt x="0" y="1295400"/>
                  </a:moveTo>
                  <a:lnTo>
                    <a:pt x="57150" y="1295400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1473200"/>
              <a:ext cx="3857625" cy="1304925"/>
            </a:xfrm>
            <a:custGeom>
              <a:avLst/>
              <a:gdLst/>
              <a:ahLst/>
              <a:cxnLst/>
              <a:rect r="r" b="b" t="t" l="l"/>
              <a:pathLst>
                <a:path h="1304925" w="3857625">
                  <a:moveTo>
                    <a:pt x="0" y="1304925"/>
                  </a:moveTo>
                  <a:lnTo>
                    <a:pt x="3857625" y="1304925"/>
                  </a:lnTo>
                  <a:lnTo>
                    <a:pt x="3857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>
                <a:alpha val="1961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1473200"/>
              <a:ext cx="57150" cy="1304925"/>
            </a:xfrm>
            <a:custGeom>
              <a:avLst/>
              <a:gdLst/>
              <a:ahLst/>
              <a:cxnLst/>
              <a:rect r="r" b="b" t="t" l="l"/>
              <a:pathLst>
                <a:path h="1304925" w="57150">
                  <a:moveTo>
                    <a:pt x="0" y="1304925"/>
                  </a:moveTo>
                  <a:lnTo>
                    <a:pt x="57150" y="1304925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2892425"/>
              <a:ext cx="3857625" cy="1295400"/>
            </a:xfrm>
            <a:custGeom>
              <a:avLst/>
              <a:gdLst/>
              <a:ahLst/>
              <a:cxnLst/>
              <a:rect r="r" b="b" t="t" l="l"/>
              <a:pathLst>
                <a:path h="1295400" w="3857625">
                  <a:moveTo>
                    <a:pt x="0" y="1295400"/>
                  </a:moveTo>
                  <a:lnTo>
                    <a:pt x="3857625" y="1295400"/>
                  </a:lnTo>
                  <a:lnTo>
                    <a:pt x="3857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>
                <a:alpha val="1961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2892425"/>
              <a:ext cx="571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57150">
                  <a:moveTo>
                    <a:pt x="0" y="1295400"/>
                  </a:moveTo>
                  <a:lnTo>
                    <a:pt x="57150" y="1295400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786917"/>
            <a:ext cx="7990303" cy="127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360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...ĐẾN SỰ THỨC TỈNH LƯƠNG TRI</a:t>
            </a:r>
          </a:p>
          <a:p>
            <a:pPr algn="r">
              <a:lnSpc>
                <a:spcPts val="4125"/>
              </a:lnSpc>
            </a:pPr>
            <a:r>
              <a:rPr lang="en-US" sz="1650" spc="132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</a:t>
            </a:r>
            <a:r>
              <a:rPr lang="en-US" sz="1650" spc="132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1746190"/>
            <a:ext cx="2591552" cy="39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Bước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ngoặt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tâm</a:t>
            </a: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lý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76500" y="2108902"/>
            <a:ext cx="44948" cy="38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2223202"/>
            <a:ext cx="5744547" cy="169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4"/>
              </a:lnSpc>
            </a:pP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 chuyển biến bắt đầu khi ông Diểu chứng kiến </a:t>
            </a:r>
            <a:r>
              <a:rPr lang="en-US" sz="1350" spc="6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tình cảm gắn kết</a:t>
            </a: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và sự hy sinh của gia đình nhà khỉ. Ông nhận ra thiên nhiên không phải là vật vô tri để chinh phục.</a:t>
            </a:r>
          </a:p>
          <a:p>
            <a:pPr algn="just">
              <a:lnSpc>
                <a:spcPts val="3375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Lòng trắc ẩn trỗi dậy khi ông nhìn thấy đôi mắt "ươn ướt" và tiếng</a:t>
            </a:r>
          </a:p>
          <a:p>
            <a:pPr algn="just">
              <a:lnSpc>
                <a:spcPts val="974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kêu "lắp bắp như trẻ con" của con khỉ đực bị thương. Đó là lúc</a:t>
            </a:r>
          </a:p>
          <a:p>
            <a:pPr algn="just">
              <a:lnSpc>
                <a:spcPts val="3375"/>
              </a:lnSpc>
            </a:pP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phần </a:t>
            </a:r>
            <a:r>
              <a:rPr lang="en-US" sz="1350" spc="6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"người"</a:t>
            </a: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chiến thắng bản năng săn bắn.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22159" y="1572539"/>
            <a:ext cx="60493" cy="33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60059" y="1889827"/>
            <a:ext cx="3162338" cy="121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350" spc="5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Nhai lá thuốc đắp vết thương, cởi cả</a:t>
            </a:r>
          </a:p>
          <a:p>
            <a:pPr algn="l">
              <a:lnSpc>
                <a:spcPts val="1740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chiếc quần lót duy nhất để băng bó</a:t>
            </a:r>
          </a:p>
          <a:p>
            <a:pPr algn="l">
              <a:lnSpc>
                <a:spcPts val="2609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cho khỉ.</a:t>
            </a:r>
          </a:p>
          <a:p>
            <a:pPr algn="l">
              <a:lnSpc>
                <a:spcPts val="2719"/>
              </a:lnSpc>
            </a:pPr>
            <a:r>
              <a:rPr lang="en-US" sz="1650" spc="132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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60059" y="4382453"/>
            <a:ext cx="213741" cy="33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650" spc="132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60134" y="4401464"/>
            <a:ext cx="60493" cy="33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650" spc="132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60059" y="4718752"/>
            <a:ext cx="3323806" cy="8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350" spc="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Ông trở về trong trạng thái "trần</a:t>
            </a:r>
          </a:p>
          <a:p>
            <a:pPr algn="l">
              <a:lnSpc>
                <a:spcPts val="1740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truồng", cô đơn nhưng tâm hồn thanh</a:t>
            </a:r>
          </a:p>
          <a:p>
            <a:pPr algn="l">
              <a:lnSpc>
                <a:spcPts val="2459"/>
              </a:lnSpc>
            </a:pPr>
            <a:r>
              <a:rPr lang="en-US" sz="1350" spc="9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thản, hòa nhập với thiên nhiên.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60134" y="2982239"/>
            <a:ext cx="60493" cy="33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1650" spc="132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0059" y="3309052"/>
            <a:ext cx="3335093" cy="85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350" spc="9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Quyết định phóng sinh, trả lại sự sống</a:t>
            </a:r>
          </a:p>
          <a:p>
            <a:pPr algn="l">
              <a:lnSpc>
                <a:spcPts val="1819"/>
              </a:lnSpc>
            </a:pPr>
            <a:r>
              <a:rPr lang="en-US" sz="1350" spc="1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cho sinh vật thay vì mang về làm</a:t>
            </a:r>
          </a:p>
          <a:p>
            <a:pPr algn="l">
              <a:lnSpc>
                <a:spcPts val="2529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chiến lợi phẩm.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14404" y="4486732"/>
            <a:ext cx="3537014" cy="28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700" i="true">
                <a:solidFill>
                  <a:srgbClr val="264653"/>
                </a:solidFill>
                <a:latin typeface="Arimo Italics"/>
                <a:ea typeface="Arimo Italics"/>
                <a:cs typeface="Arimo Italics"/>
                <a:sym typeface="Arimo Italics"/>
              </a:rPr>
              <a:t>"Thôi tao phóng sinh cho mày!"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83909" y="4432440"/>
            <a:ext cx="1297734" cy="30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</a:t>
            </a: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giao</a:t>
            </a: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hòa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83909" y="3013215"/>
            <a:ext cx="1423997" cy="30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</a:t>
            </a:r>
            <a:r>
              <a:rPr lang="en-US" sz="1650" spc="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spc="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giải</a:t>
            </a:r>
            <a:r>
              <a:rPr lang="en-US" sz="1650" spc="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 spc="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thoát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12484" y="1603515"/>
            <a:ext cx="2333682" cy="30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Hành</a:t>
            </a: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động</a:t>
            </a: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nhân</a:t>
            </a: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văn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571500"/>
            <a:ext cx="76200" cy="552450"/>
            <a:chOff x="0" y="0"/>
            <a:chExt cx="76200" cy="552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552450"/>
            </a:xfrm>
            <a:custGeom>
              <a:avLst/>
              <a:gdLst/>
              <a:ahLst/>
              <a:cxnLst/>
              <a:rect r="r" b="b" t="t" l="l"/>
              <a:pathLst>
                <a:path h="552450" w="76200">
                  <a:moveTo>
                    <a:pt x="0" y="552450"/>
                  </a:moveTo>
                  <a:lnTo>
                    <a:pt x="76200" y="552450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4544" y="1536697"/>
            <a:ext cx="3489322" cy="4127497"/>
            <a:chOff x="0" y="0"/>
            <a:chExt cx="3489325" cy="4127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3362325" cy="4000500"/>
            </a:xfrm>
            <a:custGeom>
              <a:avLst/>
              <a:gdLst/>
              <a:ahLst/>
              <a:cxnLst/>
              <a:rect r="r" b="b" t="t" l="l"/>
              <a:pathLst>
                <a:path h="4000500" w="3362325">
                  <a:moveTo>
                    <a:pt x="0" y="4000500"/>
                  </a:moveTo>
                  <a:lnTo>
                    <a:pt x="3362325" y="4000500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73175" y="44450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952500" y="476250"/>
                  </a:moveTo>
                  <a:cubicBezTo>
                    <a:pt x="952500" y="491871"/>
                    <a:pt x="951738" y="507365"/>
                    <a:pt x="950214" y="522986"/>
                  </a:cubicBezTo>
                  <a:cubicBezTo>
                    <a:pt x="948690" y="538607"/>
                    <a:pt x="946404" y="553847"/>
                    <a:pt x="943356" y="569214"/>
                  </a:cubicBezTo>
                  <a:cubicBezTo>
                    <a:pt x="940308" y="584581"/>
                    <a:pt x="936498" y="599567"/>
                    <a:pt x="932053" y="614553"/>
                  </a:cubicBezTo>
                  <a:cubicBezTo>
                    <a:pt x="927608" y="629539"/>
                    <a:pt x="922274" y="644144"/>
                    <a:pt x="916305" y="658495"/>
                  </a:cubicBezTo>
                  <a:cubicBezTo>
                    <a:pt x="910336" y="672846"/>
                    <a:pt x="903732" y="686943"/>
                    <a:pt x="896366" y="700786"/>
                  </a:cubicBezTo>
                  <a:cubicBezTo>
                    <a:pt x="889000" y="714629"/>
                    <a:pt x="880999" y="727964"/>
                    <a:pt x="872363" y="740918"/>
                  </a:cubicBezTo>
                  <a:cubicBezTo>
                    <a:pt x="863727" y="753872"/>
                    <a:pt x="854456" y="766445"/>
                    <a:pt x="844550" y="778510"/>
                  </a:cubicBezTo>
                  <a:cubicBezTo>
                    <a:pt x="834644" y="790575"/>
                    <a:pt x="824230" y="802132"/>
                    <a:pt x="813181" y="813181"/>
                  </a:cubicBezTo>
                  <a:cubicBezTo>
                    <a:pt x="802132" y="824230"/>
                    <a:pt x="790575" y="834644"/>
                    <a:pt x="778510" y="844550"/>
                  </a:cubicBezTo>
                  <a:cubicBezTo>
                    <a:pt x="766445" y="854456"/>
                    <a:pt x="753999" y="863727"/>
                    <a:pt x="740918" y="872363"/>
                  </a:cubicBezTo>
                  <a:cubicBezTo>
                    <a:pt x="727837" y="880999"/>
                    <a:pt x="714629" y="889000"/>
                    <a:pt x="700786" y="896366"/>
                  </a:cubicBezTo>
                  <a:cubicBezTo>
                    <a:pt x="686943" y="903732"/>
                    <a:pt x="672973" y="910336"/>
                    <a:pt x="658495" y="916305"/>
                  </a:cubicBezTo>
                  <a:cubicBezTo>
                    <a:pt x="644017" y="922274"/>
                    <a:pt x="629412" y="927481"/>
                    <a:pt x="614553" y="932053"/>
                  </a:cubicBezTo>
                  <a:cubicBezTo>
                    <a:pt x="599694" y="936625"/>
                    <a:pt x="584454" y="940308"/>
                    <a:pt x="569214" y="943356"/>
                  </a:cubicBezTo>
                  <a:cubicBezTo>
                    <a:pt x="553974" y="946404"/>
                    <a:pt x="538480" y="948690"/>
                    <a:pt x="522986" y="950214"/>
                  </a:cubicBezTo>
                  <a:cubicBezTo>
                    <a:pt x="507492" y="951738"/>
                    <a:pt x="491871" y="952500"/>
                    <a:pt x="476250" y="952500"/>
                  </a:cubicBezTo>
                  <a:cubicBezTo>
                    <a:pt x="460629" y="952500"/>
                    <a:pt x="445135" y="951738"/>
                    <a:pt x="429514" y="950214"/>
                  </a:cubicBezTo>
                  <a:cubicBezTo>
                    <a:pt x="413893" y="948690"/>
                    <a:pt x="398653" y="946404"/>
                    <a:pt x="383286" y="943356"/>
                  </a:cubicBezTo>
                  <a:cubicBezTo>
                    <a:pt x="367919" y="940308"/>
                    <a:pt x="352806" y="936498"/>
                    <a:pt x="337947" y="932053"/>
                  </a:cubicBezTo>
                  <a:cubicBezTo>
                    <a:pt x="323088" y="927608"/>
                    <a:pt x="308356" y="922274"/>
                    <a:pt x="294005" y="916305"/>
                  </a:cubicBezTo>
                  <a:cubicBezTo>
                    <a:pt x="279654" y="910336"/>
                    <a:pt x="265557" y="903732"/>
                    <a:pt x="251714" y="896366"/>
                  </a:cubicBezTo>
                  <a:cubicBezTo>
                    <a:pt x="237871" y="889000"/>
                    <a:pt x="224536" y="880999"/>
                    <a:pt x="211582" y="872363"/>
                  </a:cubicBezTo>
                  <a:cubicBezTo>
                    <a:pt x="198628" y="863727"/>
                    <a:pt x="186055" y="854456"/>
                    <a:pt x="173990" y="844550"/>
                  </a:cubicBezTo>
                  <a:cubicBezTo>
                    <a:pt x="161925" y="834644"/>
                    <a:pt x="150368" y="824230"/>
                    <a:pt x="139319" y="813181"/>
                  </a:cubicBezTo>
                  <a:cubicBezTo>
                    <a:pt x="128270" y="802132"/>
                    <a:pt x="117856" y="790575"/>
                    <a:pt x="107950" y="778510"/>
                  </a:cubicBezTo>
                  <a:cubicBezTo>
                    <a:pt x="98044" y="766445"/>
                    <a:pt x="88773" y="753999"/>
                    <a:pt x="80137" y="740918"/>
                  </a:cubicBezTo>
                  <a:cubicBezTo>
                    <a:pt x="71501" y="727837"/>
                    <a:pt x="63500" y="714629"/>
                    <a:pt x="56134" y="700786"/>
                  </a:cubicBezTo>
                  <a:cubicBezTo>
                    <a:pt x="48768" y="686943"/>
                    <a:pt x="42164" y="672973"/>
                    <a:pt x="36195" y="658495"/>
                  </a:cubicBezTo>
                  <a:cubicBezTo>
                    <a:pt x="30226" y="644017"/>
                    <a:pt x="25019" y="629412"/>
                    <a:pt x="20447" y="614553"/>
                  </a:cubicBezTo>
                  <a:cubicBezTo>
                    <a:pt x="15875" y="599694"/>
                    <a:pt x="12192" y="584454"/>
                    <a:pt x="9144" y="569214"/>
                  </a:cubicBezTo>
                  <a:cubicBezTo>
                    <a:pt x="6096" y="553974"/>
                    <a:pt x="3810" y="538480"/>
                    <a:pt x="2286" y="522986"/>
                  </a:cubicBezTo>
                  <a:cubicBezTo>
                    <a:pt x="762" y="507492"/>
                    <a:pt x="0" y="491871"/>
                    <a:pt x="0" y="476250"/>
                  </a:cubicBezTo>
                  <a:cubicBezTo>
                    <a:pt x="0" y="460629"/>
                    <a:pt x="762" y="445135"/>
                    <a:pt x="2286" y="429514"/>
                  </a:cubicBezTo>
                  <a:cubicBezTo>
                    <a:pt x="3810" y="413893"/>
                    <a:pt x="6096" y="398526"/>
                    <a:pt x="9144" y="383286"/>
                  </a:cubicBezTo>
                  <a:cubicBezTo>
                    <a:pt x="12192" y="368046"/>
                    <a:pt x="16002" y="352806"/>
                    <a:pt x="20447" y="337947"/>
                  </a:cubicBezTo>
                  <a:cubicBezTo>
                    <a:pt x="24892" y="323088"/>
                    <a:pt x="30226" y="308356"/>
                    <a:pt x="36195" y="294005"/>
                  </a:cubicBezTo>
                  <a:cubicBezTo>
                    <a:pt x="42164" y="279654"/>
                    <a:pt x="48768" y="265557"/>
                    <a:pt x="56134" y="251714"/>
                  </a:cubicBezTo>
                  <a:cubicBezTo>
                    <a:pt x="63500" y="237871"/>
                    <a:pt x="71501" y="224536"/>
                    <a:pt x="80137" y="211582"/>
                  </a:cubicBezTo>
                  <a:cubicBezTo>
                    <a:pt x="88773" y="198628"/>
                    <a:pt x="98044" y="186055"/>
                    <a:pt x="107950" y="173990"/>
                  </a:cubicBezTo>
                  <a:cubicBezTo>
                    <a:pt x="117856" y="161925"/>
                    <a:pt x="128270" y="150368"/>
                    <a:pt x="139319" y="139319"/>
                  </a:cubicBezTo>
                  <a:cubicBezTo>
                    <a:pt x="150368" y="128270"/>
                    <a:pt x="161925" y="117856"/>
                    <a:pt x="173990" y="107950"/>
                  </a:cubicBezTo>
                  <a:cubicBezTo>
                    <a:pt x="186055" y="98044"/>
                    <a:pt x="198501" y="88773"/>
                    <a:pt x="211582" y="80137"/>
                  </a:cubicBezTo>
                  <a:cubicBezTo>
                    <a:pt x="224663" y="71501"/>
                    <a:pt x="237871" y="63500"/>
                    <a:pt x="251714" y="56134"/>
                  </a:cubicBezTo>
                  <a:cubicBezTo>
                    <a:pt x="265557" y="48768"/>
                    <a:pt x="279527" y="42164"/>
                    <a:pt x="294005" y="36195"/>
                  </a:cubicBezTo>
                  <a:cubicBezTo>
                    <a:pt x="308483" y="30226"/>
                    <a:pt x="323088" y="25019"/>
                    <a:pt x="337947" y="20447"/>
                  </a:cubicBezTo>
                  <a:cubicBezTo>
                    <a:pt x="352806" y="15875"/>
                    <a:pt x="368046" y="12192"/>
                    <a:pt x="383286" y="9144"/>
                  </a:cubicBezTo>
                  <a:cubicBezTo>
                    <a:pt x="398526" y="6096"/>
                    <a:pt x="414020" y="3810"/>
                    <a:pt x="429514" y="2286"/>
                  </a:cubicBezTo>
                  <a:cubicBezTo>
                    <a:pt x="445008" y="762"/>
                    <a:pt x="460629" y="0"/>
                    <a:pt x="476250" y="0"/>
                  </a:cubicBezTo>
                  <a:cubicBezTo>
                    <a:pt x="491871" y="0"/>
                    <a:pt x="507365" y="762"/>
                    <a:pt x="522986" y="2286"/>
                  </a:cubicBezTo>
                  <a:cubicBezTo>
                    <a:pt x="538607" y="3810"/>
                    <a:pt x="553847" y="6096"/>
                    <a:pt x="569214" y="9144"/>
                  </a:cubicBezTo>
                  <a:cubicBezTo>
                    <a:pt x="584581" y="12192"/>
                    <a:pt x="599567" y="16002"/>
                    <a:pt x="614553" y="20447"/>
                  </a:cubicBezTo>
                  <a:cubicBezTo>
                    <a:pt x="629539" y="24892"/>
                    <a:pt x="644144" y="30226"/>
                    <a:pt x="658495" y="36195"/>
                  </a:cubicBezTo>
                  <a:cubicBezTo>
                    <a:pt x="672846" y="42164"/>
                    <a:pt x="686943" y="48768"/>
                    <a:pt x="700786" y="56134"/>
                  </a:cubicBezTo>
                  <a:cubicBezTo>
                    <a:pt x="714629" y="63500"/>
                    <a:pt x="727964" y="71501"/>
                    <a:pt x="740918" y="80137"/>
                  </a:cubicBezTo>
                  <a:cubicBezTo>
                    <a:pt x="753872" y="88773"/>
                    <a:pt x="766445" y="98044"/>
                    <a:pt x="778510" y="107950"/>
                  </a:cubicBezTo>
                  <a:cubicBezTo>
                    <a:pt x="790575" y="117856"/>
                    <a:pt x="802132" y="128270"/>
                    <a:pt x="813181" y="139319"/>
                  </a:cubicBezTo>
                  <a:cubicBezTo>
                    <a:pt x="824230" y="150368"/>
                    <a:pt x="834644" y="161925"/>
                    <a:pt x="844550" y="173990"/>
                  </a:cubicBezTo>
                  <a:cubicBezTo>
                    <a:pt x="854456" y="186055"/>
                    <a:pt x="863727" y="198501"/>
                    <a:pt x="872363" y="211582"/>
                  </a:cubicBezTo>
                  <a:cubicBezTo>
                    <a:pt x="880999" y="224663"/>
                    <a:pt x="889000" y="237871"/>
                    <a:pt x="896366" y="251714"/>
                  </a:cubicBezTo>
                  <a:cubicBezTo>
                    <a:pt x="903732" y="265557"/>
                    <a:pt x="910336" y="279527"/>
                    <a:pt x="916305" y="294005"/>
                  </a:cubicBezTo>
                  <a:cubicBezTo>
                    <a:pt x="922274" y="308483"/>
                    <a:pt x="927481" y="323088"/>
                    <a:pt x="932053" y="337947"/>
                  </a:cubicBezTo>
                  <a:cubicBezTo>
                    <a:pt x="936625" y="352806"/>
                    <a:pt x="940308" y="368046"/>
                    <a:pt x="943356" y="383286"/>
                  </a:cubicBezTo>
                  <a:cubicBezTo>
                    <a:pt x="946404" y="398526"/>
                    <a:pt x="948690" y="414020"/>
                    <a:pt x="950214" y="429514"/>
                  </a:cubicBezTo>
                  <a:cubicBezTo>
                    <a:pt x="951738" y="445008"/>
                    <a:pt x="952500" y="460629"/>
                    <a:pt x="952500" y="476250"/>
                  </a:cubicBezTo>
                </a:path>
              </a:pathLst>
            </a:custGeom>
            <a:solidFill>
              <a:srgbClr val="26465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25475" y="3482975"/>
              <a:ext cx="2238375" cy="219075"/>
            </a:xfrm>
            <a:custGeom>
              <a:avLst/>
              <a:gdLst/>
              <a:ahLst/>
              <a:cxnLst/>
              <a:rect r="r" b="b" t="t" l="l"/>
              <a:pathLst>
                <a:path h="219075" w="2238375">
                  <a:moveTo>
                    <a:pt x="0" y="219075"/>
                  </a:moveTo>
                  <a:lnTo>
                    <a:pt x="2238375" y="219075"/>
                  </a:lnTo>
                  <a:lnTo>
                    <a:pt x="22383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46572" y="1536697"/>
            <a:ext cx="3498847" cy="4127497"/>
            <a:chOff x="0" y="0"/>
            <a:chExt cx="3498850" cy="4127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371850" cy="4000500"/>
            </a:xfrm>
            <a:custGeom>
              <a:avLst/>
              <a:gdLst/>
              <a:ahLst/>
              <a:cxnLst/>
              <a:rect r="r" b="b" t="t" l="l"/>
              <a:pathLst>
                <a:path h="4000500" w="3371850">
                  <a:moveTo>
                    <a:pt x="0" y="4000500"/>
                  </a:moveTo>
                  <a:lnTo>
                    <a:pt x="3371850" y="4000500"/>
                  </a:lnTo>
                  <a:lnTo>
                    <a:pt x="3371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273175" y="44450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952500" y="476250"/>
                  </a:moveTo>
                  <a:cubicBezTo>
                    <a:pt x="952500" y="491871"/>
                    <a:pt x="951738" y="507365"/>
                    <a:pt x="950214" y="522986"/>
                  </a:cubicBezTo>
                  <a:cubicBezTo>
                    <a:pt x="948690" y="538607"/>
                    <a:pt x="946404" y="553847"/>
                    <a:pt x="943356" y="569214"/>
                  </a:cubicBezTo>
                  <a:cubicBezTo>
                    <a:pt x="940308" y="584581"/>
                    <a:pt x="936498" y="599567"/>
                    <a:pt x="932053" y="614553"/>
                  </a:cubicBezTo>
                  <a:cubicBezTo>
                    <a:pt x="927608" y="629539"/>
                    <a:pt x="922274" y="644144"/>
                    <a:pt x="916305" y="658495"/>
                  </a:cubicBezTo>
                  <a:cubicBezTo>
                    <a:pt x="910336" y="672846"/>
                    <a:pt x="903732" y="686943"/>
                    <a:pt x="896366" y="700786"/>
                  </a:cubicBezTo>
                  <a:cubicBezTo>
                    <a:pt x="889000" y="714629"/>
                    <a:pt x="880999" y="727964"/>
                    <a:pt x="872363" y="740918"/>
                  </a:cubicBezTo>
                  <a:cubicBezTo>
                    <a:pt x="863727" y="753872"/>
                    <a:pt x="854456" y="766445"/>
                    <a:pt x="844550" y="778510"/>
                  </a:cubicBezTo>
                  <a:cubicBezTo>
                    <a:pt x="834644" y="790575"/>
                    <a:pt x="824230" y="802132"/>
                    <a:pt x="813181" y="813181"/>
                  </a:cubicBezTo>
                  <a:cubicBezTo>
                    <a:pt x="802132" y="824230"/>
                    <a:pt x="790575" y="834644"/>
                    <a:pt x="778510" y="844550"/>
                  </a:cubicBezTo>
                  <a:cubicBezTo>
                    <a:pt x="766445" y="854456"/>
                    <a:pt x="753872" y="863727"/>
                    <a:pt x="740918" y="872363"/>
                  </a:cubicBezTo>
                  <a:cubicBezTo>
                    <a:pt x="727964" y="880999"/>
                    <a:pt x="714629" y="889000"/>
                    <a:pt x="700786" y="896366"/>
                  </a:cubicBezTo>
                  <a:cubicBezTo>
                    <a:pt x="686943" y="903732"/>
                    <a:pt x="672973" y="910336"/>
                    <a:pt x="658495" y="916305"/>
                  </a:cubicBezTo>
                  <a:cubicBezTo>
                    <a:pt x="644017" y="922274"/>
                    <a:pt x="629412" y="927481"/>
                    <a:pt x="614553" y="932053"/>
                  </a:cubicBezTo>
                  <a:cubicBezTo>
                    <a:pt x="599694" y="936625"/>
                    <a:pt x="584454" y="940308"/>
                    <a:pt x="569214" y="943356"/>
                  </a:cubicBezTo>
                  <a:cubicBezTo>
                    <a:pt x="553974" y="946404"/>
                    <a:pt x="538480" y="948690"/>
                    <a:pt x="522986" y="950214"/>
                  </a:cubicBezTo>
                  <a:cubicBezTo>
                    <a:pt x="507492" y="951738"/>
                    <a:pt x="491871" y="952500"/>
                    <a:pt x="476250" y="952500"/>
                  </a:cubicBezTo>
                  <a:cubicBezTo>
                    <a:pt x="460629" y="952500"/>
                    <a:pt x="445135" y="951738"/>
                    <a:pt x="429514" y="950214"/>
                  </a:cubicBezTo>
                  <a:cubicBezTo>
                    <a:pt x="413893" y="948690"/>
                    <a:pt x="398526" y="946404"/>
                    <a:pt x="383286" y="943356"/>
                  </a:cubicBezTo>
                  <a:cubicBezTo>
                    <a:pt x="368046" y="940308"/>
                    <a:pt x="352933" y="936498"/>
                    <a:pt x="337947" y="932053"/>
                  </a:cubicBezTo>
                  <a:cubicBezTo>
                    <a:pt x="322961" y="927608"/>
                    <a:pt x="308356" y="922274"/>
                    <a:pt x="294005" y="916305"/>
                  </a:cubicBezTo>
                  <a:cubicBezTo>
                    <a:pt x="279654" y="910336"/>
                    <a:pt x="265557" y="903732"/>
                    <a:pt x="251714" y="896366"/>
                  </a:cubicBezTo>
                  <a:cubicBezTo>
                    <a:pt x="237871" y="889000"/>
                    <a:pt x="224536" y="880999"/>
                    <a:pt x="211582" y="872363"/>
                  </a:cubicBezTo>
                  <a:cubicBezTo>
                    <a:pt x="198628" y="863727"/>
                    <a:pt x="186055" y="854456"/>
                    <a:pt x="173990" y="844550"/>
                  </a:cubicBezTo>
                  <a:cubicBezTo>
                    <a:pt x="161925" y="834644"/>
                    <a:pt x="150368" y="824230"/>
                    <a:pt x="139319" y="813181"/>
                  </a:cubicBezTo>
                  <a:cubicBezTo>
                    <a:pt x="128270" y="802132"/>
                    <a:pt x="117856" y="790575"/>
                    <a:pt x="107950" y="778510"/>
                  </a:cubicBezTo>
                  <a:cubicBezTo>
                    <a:pt x="98044" y="766445"/>
                    <a:pt x="88773" y="753999"/>
                    <a:pt x="80137" y="740918"/>
                  </a:cubicBezTo>
                  <a:cubicBezTo>
                    <a:pt x="71501" y="727837"/>
                    <a:pt x="63500" y="714629"/>
                    <a:pt x="56134" y="700786"/>
                  </a:cubicBezTo>
                  <a:cubicBezTo>
                    <a:pt x="48768" y="686943"/>
                    <a:pt x="42164" y="672973"/>
                    <a:pt x="36195" y="658495"/>
                  </a:cubicBezTo>
                  <a:cubicBezTo>
                    <a:pt x="30226" y="644017"/>
                    <a:pt x="25019" y="629412"/>
                    <a:pt x="20447" y="614553"/>
                  </a:cubicBezTo>
                  <a:cubicBezTo>
                    <a:pt x="15875" y="599694"/>
                    <a:pt x="12192" y="584454"/>
                    <a:pt x="9144" y="569214"/>
                  </a:cubicBezTo>
                  <a:cubicBezTo>
                    <a:pt x="6096" y="553974"/>
                    <a:pt x="3810" y="538480"/>
                    <a:pt x="2286" y="522986"/>
                  </a:cubicBezTo>
                  <a:cubicBezTo>
                    <a:pt x="762" y="507492"/>
                    <a:pt x="0" y="491871"/>
                    <a:pt x="0" y="476250"/>
                  </a:cubicBezTo>
                  <a:cubicBezTo>
                    <a:pt x="0" y="460629"/>
                    <a:pt x="762" y="445135"/>
                    <a:pt x="2286" y="429514"/>
                  </a:cubicBezTo>
                  <a:cubicBezTo>
                    <a:pt x="3810" y="413893"/>
                    <a:pt x="6096" y="398526"/>
                    <a:pt x="9144" y="383286"/>
                  </a:cubicBezTo>
                  <a:cubicBezTo>
                    <a:pt x="12192" y="368046"/>
                    <a:pt x="16002" y="352806"/>
                    <a:pt x="20447" y="337947"/>
                  </a:cubicBezTo>
                  <a:cubicBezTo>
                    <a:pt x="24892" y="323088"/>
                    <a:pt x="30226" y="308356"/>
                    <a:pt x="36195" y="294005"/>
                  </a:cubicBezTo>
                  <a:cubicBezTo>
                    <a:pt x="42164" y="279654"/>
                    <a:pt x="48895" y="265557"/>
                    <a:pt x="56134" y="251714"/>
                  </a:cubicBezTo>
                  <a:cubicBezTo>
                    <a:pt x="63373" y="237871"/>
                    <a:pt x="71501" y="224536"/>
                    <a:pt x="80137" y="211582"/>
                  </a:cubicBezTo>
                  <a:cubicBezTo>
                    <a:pt x="88773" y="198628"/>
                    <a:pt x="98044" y="186055"/>
                    <a:pt x="107950" y="173990"/>
                  </a:cubicBezTo>
                  <a:cubicBezTo>
                    <a:pt x="117856" y="161925"/>
                    <a:pt x="128270" y="150368"/>
                    <a:pt x="139319" y="139319"/>
                  </a:cubicBezTo>
                  <a:cubicBezTo>
                    <a:pt x="150368" y="128270"/>
                    <a:pt x="161925" y="117856"/>
                    <a:pt x="173990" y="107950"/>
                  </a:cubicBezTo>
                  <a:cubicBezTo>
                    <a:pt x="186055" y="98044"/>
                    <a:pt x="198501" y="88773"/>
                    <a:pt x="211582" y="80137"/>
                  </a:cubicBezTo>
                  <a:cubicBezTo>
                    <a:pt x="224663" y="71501"/>
                    <a:pt x="237871" y="63500"/>
                    <a:pt x="251714" y="56134"/>
                  </a:cubicBezTo>
                  <a:cubicBezTo>
                    <a:pt x="265557" y="48768"/>
                    <a:pt x="279527" y="42164"/>
                    <a:pt x="294005" y="36195"/>
                  </a:cubicBezTo>
                  <a:cubicBezTo>
                    <a:pt x="308483" y="30226"/>
                    <a:pt x="323088" y="25019"/>
                    <a:pt x="337947" y="20447"/>
                  </a:cubicBezTo>
                  <a:cubicBezTo>
                    <a:pt x="352806" y="15875"/>
                    <a:pt x="368046" y="12192"/>
                    <a:pt x="383286" y="9144"/>
                  </a:cubicBezTo>
                  <a:cubicBezTo>
                    <a:pt x="398526" y="6096"/>
                    <a:pt x="414020" y="3810"/>
                    <a:pt x="429514" y="2286"/>
                  </a:cubicBezTo>
                  <a:cubicBezTo>
                    <a:pt x="445008" y="762"/>
                    <a:pt x="460629" y="0"/>
                    <a:pt x="476250" y="0"/>
                  </a:cubicBezTo>
                  <a:cubicBezTo>
                    <a:pt x="491871" y="0"/>
                    <a:pt x="507365" y="762"/>
                    <a:pt x="522986" y="2286"/>
                  </a:cubicBezTo>
                  <a:cubicBezTo>
                    <a:pt x="538607" y="3810"/>
                    <a:pt x="553847" y="6096"/>
                    <a:pt x="569214" y="9144"/>
                  </a:cubicBezTo>
                  <a:cubicBezTo>
                    <a:pt x="584581" y="12192"/>
                    <a:pt x="599567" y="16002"/>
                    <a:pt x="614553" y="20447"/>
                  </a:cubicBezTo>
                  <a:cubicBezTo>
                    <a:pt x="629539" y="24892"/>
                    <a:pt x="644144" y="30226"/>
                    <a:pt x="658495" y="36195"/>
                  </a:cubicBezTo>
                  <a:cubicBezTo>
                    <a:pt x="672846" y="42164"/>
                    <a:pt x="686943" y="48768"/>
                    <a:pt x="700786" y="56134"/>
                  </a:cubicBezTo>
                  <a:cubicBezTo>
                    <a:pt x="714629" y="63500"/>
                    <a:pt x="727964" y="71501"/>
                    <a:pt x="740918" y="80137"/>
                  </a:cubicBezTo>
                  <a:cubicBezTo>
                    <a:pt x="753872" y="88773"/>
                    <a:pt x="766445" y="98044"/>
                    <a:pt x="778510" y="107950"/>
                  </a:cubicBezTo>
                  <a:cubicBezTo>
                    <a:pt x="790575" y="117856"/>
                    <a:pt x="802132" y="128270"/>
                    <a:pt x="813181" y="139319"/>
                  </a:cubicBezTo>
                  <a:cubicBezTo>
                    <a:pt x="824230" y="150368"/>
                    <a:pt x="834644" y="161925"/>
                    <a:pt x="844550" y="173990"/>
                  </a:cubicBezTo>
                  <a:cubicBezTo>
                    <a:pt x="854456" y="186055"/>
                    <a:pt x="863727" y="198501"/>
                    <a:pt x="872363" y="211582"/>
                  </a:cubicBezTo>
                  <a:cubicBezTo>
                    <a:pt x="880999" y="224663"/>
                    <a:pt x="889000" y="237871"/>
                    <a:pt x="896366" y="251714"/>
                  </a:cubicBezTo>
                  <a:cubicBezTo>
                    <a:pt x="903732" y="265557"/>
                    <a:pt x="910336" y="279527"/>
                    <a:pt x="916305" y="294005"/>
                  </a:cubicBezTo>
                  <a:cubicBezTo>
                    <a:pt x="922274" y="308483"/>
                    <a:pt x="927481" y="323088"/>
                    <a:pt x="932053" y="337947"/>
                  </a:cubicBezTo>
                  <a:cubicBezTo>
                    <a:pt x="936625" y="352806"/>
                    <a:pt x="940308" y="368046"/>
                    <a:pt x="943356" y="383286"/>
                  </a:cubicBezTo>
                  <a:cubicBezTo>
                    <a:pt x="946404" y="398526"/>
                    <a:pt x="948690" y="414020"/>
                    <a:pt x="950214" y="429514"/>
                  </a:cubicBezTo>
                  <a:cubicBezTo>
                    <a:pt x="951738" y="445008"/>
                    <a:pt x="952500" y="460629"/>
                    <a:pt x="952500" y="476250"/>
                  </a:cubicBezTo>
                </a:path>
              </a:pathLst>
            </a:custGeom>
            <a:solidFill>
              <a:srgbClr val="2A9D8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5500" y="3482975"/>
              <a:ext cx="1838325" cy="219075"/>
            </a:xfrm>
            <a:custGeom>
              <a:avLst/>
              <a:gdLst/>
              <a:ahLst/>
              <a:cxnLst/>
              <a:rect r="r" b="b" t="t" l="l"/>
              <a:pathLst>
                <a:path h="219075" w="1838325">
                  <a:moveTo>
                    <a:pt x="0" y="219075"/>
                  </a:moveTo>
                  <a:lnTo>
                    <a:pt x="1838325" y="219075"/>
                  </a:lnTo>
                  <a:lnTo>
                    <a:pt x="1838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04172" y="1536697"/>
            <a:ext cx="3489322" cy="4127497"/>
            <a:chOff x="0" y="0"/>
            <a:chExt cx="3489325" cy="4127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3362325" cy="4000500"/>
            </a:xfrm>
            <a:custGeom>
              <a:avLst/>
              <a:gdLst/>
              <a:ahLst/>
              <a:cxnLst/>
              <a:rect r="r" b="b" t="t" l="l"/>
              <a:pathLst>
                <a:path h="4000500" w="3362325">
                  <a:moveTo>
                    <a:pt x="0" y="4000500"/>
                  </a:moveTo>
                  <a:lnTo>
                    <a:pt x="3362325" y="4000500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263650" y="44450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952500" y="476250"/>
                  </a:moveTo>
                  <a:cubicBezTo>
                    <a:pt x="952500" y="491871"/>
                    <a:pt x="951738" y="507365"/>
                    <a:pt x="950214" y="522986"/>
                  </a:cubicBezTo>
                  <a:cubicBezTo>
                    <a:pt x="948690" y="538607"/>
                    <a:pt x="946404" y="553847"/>
                    <a:pt x="943356" y="569214"/>
                  </a:cubicBezTo>
                  <a:cubicBezTo>
                    <a:pt x="940308" y="584581"/>
                    <a:pt x="936498" y="599567"/>
                    <a:pt x="932053" y="614553"/>
                  </a:cubicBezTo>
                  <a:cubicBezTo>
                    <a:pt x="927608" y="629539"/>
                    <a:pt x="922274" y="644144"/>
                    <a:pt x="916305" y="658495"/>
                  </a:cubicBezTo>
                  <a:cubicBezTo>
                    <a:pt x="910336" y="672846"/>
                    <a:pt x="903732" y="686943"/>
                    <a:pt x="896366" y="700786"/>
                  </a:cubicBezTo>
                  <a:cubicBezTo>
                    <a:pt x="889000" y="714629"/>
                    <a:pt x="880999" y="727964"/>
                    <a:pt x="872363" y="740918"/>
                  </a:cubicBezTo>
                  <a:cubicBezTo>
                    <a:pt x="863727" y="753872"/>
                    <a:pt x="854456" y="766445"/>
                    <a:pt x="844550" y="778510"/>
                  </a:cubicBezTo>
                  <a:cubicBezTo>
                    <a:pt x="834644" y="790575"/>
                    <a:pt x="824230" y="802132"/>
                    <a:pt x="813181" y="813181"/>
                  </a:cubicBezTo>
                  <a:cubicBezTo>
                    <a:pt x="802132" y="824230"/>
                    <a:pt x="790575" y="834644"/>
                    <a:pt x="778510" y="844550"/>
                  </a:cubicBezTo>
                  <a:cubicBezTo>
                    <a:pt x="766445" y="854456"/>
                    <a:pt x="753999" y="863727"/>
                    <a:pt x="740918" y="872363"/>
                  </a:cubicBezTo>
                  <a:cubicBezTo>
                    <a:pt x="727837" y="880999"/>
                    <a:pt x="714629" y="889000"/>
                    <a:pt x="700786" y="896366"/>
                  </a:cubicBezTo>
                  <a:cubicBezTo>
                    <a:pt x="686943" y="903732"/>
                    <a:pt x="672973" y="910336"/>
                    <a:pt x="658495" y="916305"/>
                  </a:cubicBezTo>
                  <a:cubicBezTo>
                    <a:pt x="644017" y="922274"/>
                    <a:pt x="629412" y="927481"/>
                    <a:pt x="614553" y="932053"/>
                  </a:cubicBezTo>
                  <a:cubicBezTo>
                    <a:pt x="599694" y="936625"/>
                    <a:pt x="584454" y="940308"/>
                    <a:pt x="569214" y="943356"/>
                  </a:cubicBezTo>
                  <a:cubicBezTo>
                    <a:pt x="553974" y="946404"/>
                    <a:pt x="538480" y="948690"/>
                    <a:pt x="522986" y="950214"/>
                  </a:cubicBezTo>
                  <a:cubicBezTo>
                    <a:pt x="507492" y="951738"/>
                    <a:pt x="491871" y="952500"/>
                    <a:pt x="476250" y="952500"/>
                  </a:cubicBezTo>
                  <a:cubicBezTo>
                    <a:pt x="460629" y="952500"/>
                    <a:pt x="445135" y="951738"/>
                    <a:pt x="429514" y="950214"/>
                  </a:cubicBezTo>
                  <a:cubicBezTo>
                    <a:pt x="413893" y="948690"/>
                    <a:pt x="398653" y="946404"/>
                    <a:pt x="383286" y="943356"/>
                  </a:cubicBezTo>
                  <a:cubicBezTo>
                    <a:pt x="367919" y="940308"/>
                    <a:pt x="352806" y="936498"/>
                    <a:pt x="337947" y="932053"/>
                  </a:cubicBezTo>
                  <a:cubicBezTo>
                    <a:pt x="323088" y="927608"/>
                    <a:pt x="308356" y="922274"/>
                    <a:pt x="294005" y="916305"/>
                  </a:cubicBezTo>
                  <a:cubicBezTo>
                    <a:pt x="279654" y="910336"/>
                    <a:pt x="265557" y="903732"/>
                    <a:pt x="251714" y="896366"/>
                  </a:cubicBezTo>
                  <a:cubicBezTo>
                    <a:pt x="237871" y="889000"/>
                    <a:pt x="224536" y="880999"/>
                    <a:pt x="211582" y="872363"/>
                  </a:cubicBezTo>
                  <a:cubicBezTo>
                    <a:pt x="198628" y="863727"/>
                    <a:pt x="186055" y="854456"/>
                    <a:pt x="173990" y="844550"/>
                  </a:cubicBezTo>
                  <a:cubicBezTo>
                    <a:pt x="161925" y="834644"/>
                    <a:pt x="150368" y="824230"/>
                    <a:pt x="139319" y="813181"/>
                  </a:cubicBezTo>
                  <a:cubicBezTo>
                    <a:pt x="128270" y="802132"/>
                    <a:pt x="117856" y="790575"/>
                    <a:pt x="107950" y="778510"/>
                  </a:cubicBezTo>
                  <a:cubicBezTo>
                    <a:pt x="98044" y="766445"/>
                    <a:pt x="88773" y="753999"/>
                    <a:pt x="80137" y="740918"/>
                  </a:cubicBezTo>
                  <a:cubicBezTo>
                    <a:pt x="71501" y="727837"/>
                    <a:pt x="63500" y="714629"/>
                    <a:pt x="56134" y="700786"/>
                  </a:cubicBezTo>
                  <a:cubicBezTo>
                    <a:pt x="48768" y="686943"/>
                    <a:pt x="42164" y="672973"/>
                    <a:pt x="36195" y="658495"/>
                  </a:cubicBezTo>
                  <a:cubicBezTo>
                    <a:pt x="30226" y="644017"/>
                    <a:pt x="25019" y="629412"/>
                    <a:pt x="20447" y="614553"/>
                  </a:cubicBezTo>
                  <a:cubicBezTo>
                    <a:pt x="15875" y="599694"/>
                    <a:pt x="12192" y="584454"/>
                    <a:pt x="9144" y="569214"/>
                  </a:cubicBezTo>
                  <a:cubicBezTo>
                    <a:pt x="6096" y="553974"/>
                    <a:pt x="3810" y="538480"/>
                    <a:pt x="2286" y="522986"/>
                  </a:cubicBezTo>
                  <a:cubicBezTo>
                    <a:pt x="762" y="507492"/>
                    <a:pt x="0" y="491871"/>
                    <a:pt x="0" y="476250"/>
                  </a:cubicBezTo>
                  <a:cubicBezTo>
                    <a:pt x="0" y="460629"/>
                    <a:pt x="762" y="445135"/>
                    <a:pt x="2286" y="429514"/>
                  </a:cubicBezTo>
                  <a:cubicBezTo>
                    <a:pt x="3810" y="413893"/>
                    <a:pt x="6096" y="398526"/>
                    <a:pt x="9144" y="383286"/>
                  </a:cubicBezTo>
                  <a:cubicBezTo>
                    <a:pt x="12192" y="368046"/>
                    <a:pt x="16002" y="352806"/>
                    <a:pt x="20447" y="337947"/>
                  </a:cubicBezTo>
                  <a:cubicBezTo>
                    <a:pt x="24892" y="323088"/>
                    <a:pt x="30226" y="308356"/>
                    <a:pt x="36195" y="294005"/>
                  </a:cubicBezTo>
                  <a:cubicBezTo>
                    <a:pt x="42164" y="279654"/>
                    <a:pt x="48895" y="265557"/>
                    <a:pt x="56134" y="251714"/>
                  </a:cubicBezTo>
                  <a:cubicBezTo>
                    <a:pt x="63373" y="237871"/>
                    <a:pt x="71501" y="224536"/>
                    <a:pt x="80137" y="211582"/>
                  </a:cubicBezTo>
                  <a:cubicBezTo>
                    <a:pt x="88773" y="198628"/>
                    <a:pt x="98044" y="186055"/>
                    <a:pt x="107950" y="173990"/>
                  </a:cubicBezTo>
                  <a:cubicBezTo>
                    <a:pt x="117856" y="161925"/>
                    <a:pt x="128270" y="150368"/>
                    <a:pt x="139319" y="139319"/>
                  </a:cubicBezTo>
                  <a:cubicBezTo>
                    <a:pt x="150368" y="128270"/>
                    <a:pt x="161925" y="117856"/>
                    <a:pt x="173990" y="107950"/>
                  </a:cubicBezTo>
                  <a:cubicBezTo>
                    <a:pt x="186055" y="98044"/>
                    <a:pt x="198501" y="88773"/>
                    <a:pt x="211582" y="80137"/>
                  </a:cubicBezTo>
                  <a:cubicBezTo>
                    <a:pt x="224663" y="71501"/>
                    <a:pt x="237871" y="63500"/>
                    <a:pt x="251714" y="56134"/>
                  </a:cubicBezTo>
                  <a:cubicBezTo>
                    <a:pt x="265557" y="48768"/>
                    <a:pt x="279527" y="42164"/>
                    <a:pt x="294005" y="36195"/>
                  </a:cubicBezTo>
                  <a:cubicBezTo>
                    <a:pt x="308483" y="30226"/>
                    <a:pt x="323088" y="25019"/>
                    <a:pt x="337947" y="20447"/>
                  </a:cubicBezTo>
                  <a:cubicBezTo>
                    <a:pt x="352806" y="15875"/>
                    <a:pt x="368046" y="12192"/>
                    <a:pt x="383286" y="9144"/>
                  </a:cubicBezTo>
                  <a:cubicBezTo>
                    <a:pt x="398526" y="6096"/>
                    <a:pt x="414020" y="3810"/>
                    <a:pt x="429514" y="2286"/>
                  </a:cubicBezTo>
                  <a:cubicBezTo>
                    <a:pt x="445008" y="762"/>
                    <a:pt x="460629" y="0"/>
                    <a:pt x="476250" y="0"/>
                  </a:cubicBezTo>
                  <a:cubicBezTo>
                    <a:pt x="491871" y="0"/>
                    <a:pt x="507365" y="762"/>
                    <a:pt x="522986" y="2286"/>
                  </a:cubicBezTo>
                  <a:cubicBezTo>
                    <a:pt x="538607" y="3810"/>
                    <a:pt x="553974" y="6096"/>
                    <a:pt x="569214" y="9144"/>
                  </a:cubicBezTo>
                  <a:cubicBezTo>
                    <a:pt x="584454" y="12192"/>
                    <a:pt x="599567" y="16002"/>
                    <a:pt x="614553" y="20447"/>
                  </a:cubicBezTo>
                  <a:cubicBezTo>
                    <a:pt x="629539" y="24892"/>
                    <a:pt x="644144" y="30226"/>
                    <a:pt x="658495" y="36195"/>
                  </a:cubicBezTo>
                  <a:cubicBezTo>
                    <a:pt x="672846" y="42164"/>
                    <a:pt x="686943" y="48768"/>
                    <a:pt x="700786" y="56134"/>
                  </a:cubicBezTo>
                  <a:cubicBezTo>
                    <a:pt x="714629" y="63500"/>
                    <a:pt x="727964" y="71501"/>
                    <a:pt x="740918" y="80137"/>
                  </a:cubicBezTo>
                  <a:cubicBezTo>
                    <a:pt x="753872" y="88773"/>
                    <a:pt x="766445" y="98044"/>
                    <a:pt x="778510" y="107950"/>
                  </a:cubicBezTo>
                  <a:cubicBezTo>
                    <a:pt x="790575" y="117856"/>
                    <a:pt x="802132" y="128270"/>
                    <a:pt x="813181" y="139319"/>
                  </a:cubicBezTo>
                  <a:cubicBezTo>
                    <a:pt x="824230" y="150368"/>
                    <a:pt x="834644" y="161925"/>
                    <a:pt x="844550" y="173990"/>
                  </a:cubicBezTo>
                  <a:cubicBezTo>
                    <a:pt x="854456" y="186055"/>
                    <a:pt x="863727" y="198501"/>
                    <a:pt x="872363" y="211582"/>
                  </a:cubicBezTo>
                  <a:cubicBezTo>
                    <a:pt x="880999" y="224663"/>
                    <a:pt x="889000" y="237871"/>
                    <a:pt x="896366" y="251714"/>
                  </a:cubicBezTo>
                  <a:cubicBezTo>
                    <a:pt x="903732" y="265557"/>
                    <a:pt x="910336" y="279527"/>
                    <a:pt x="916305" y="294005"/>
                  </a:cubicBezTo>
                  <a:cubicBezTo>
                    <a:pt x="922274" y="308483"/>
                    <a:pt x="927481" y="323088"/>
                    <a:pt x="932053" y="337947"/>
                  </a:cubicBezTo>
                  <a:cubicBezTo>
                    <a:pt x="936625" y="352806"/>
                    <a:pt x="940308" y="368046"/>
                    <a:pt x="943356" y="383286"/>
                  </a:cubicBezTo>
                  <a:cubicBezTo>
                    <a:pt x="946404" y="398526"/>
                    <a:pt x="948690" y="414020"/>
                    <a:pt x="950214" y="429514"/>
                  </a:cubicBezTo>
                  <a:cubicBezTo>
                    <a:pt x="951738" y="445008"/>
                    <a:pt x="952500" y="460629"/>
                    <a:pt x="952500" y="476250"/>
                  </a:cubicBezTo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39800" y="3482975"/>
              <a:ext cx="1600200" cy="219075"/>
            </a:xfrm>
            <a:custGeom>
              <a:avLst/>
              <a:gdLst/>
              <a:ahLst/>
              <a:cxnLst/>
              <a:rect r="r" b="b" t="t" l="l"/>
              <a:pathLst>
                <a:path h="219075" w="1600200">
                  <a:moveTo>
                    <a:pt x="0" y="219075"/>
                  </a:moveTo>
                  <a:lnTo>
                    <a:pt x="1600200" y="219075"/>
                  </a:lnTo>
                  <a:lnTo>
                    <a:pt x="1600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455028"/>
            <a:ext cx="7944793" cy="73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1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HÌNH TƯỢNG GIA ĐÌNH NHÀ KHỈ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3513" y="5975052"/>
            <a:ext cx="7234714" cy="25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1" i="true">
                <a:solidFill>
                  <a:srgbClr val="264653"/>
                </a:solidFill>
                <a:latin typeface="Arimo Italics"/>
                <a:ea typeface="Arimo Italics"/>
                <a:cs typeface="Arimo Italics"/>
                <a:sym typeface="Arimo Italics"/>
              </a:rPr>
              <a:t>"Thiên nhiên cũng có linh hồn, có tình cảm và sự gắn kết không kém gì con người."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50214" y="2061658"/>
            <a:ext cx="906847" cy="1403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</a:t>
            </a:r>
          </a:p>
          <a:p>
            <a:pPr algn="ctr">
              <a:lnSpc>
                <a:spcPts val="3603"/>
              </a:lnSpc>
            </a:pP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Khỉ bố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73161" y="3607108"/>
            <a:ext cx="44948" cy="37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7585" y="3214240"/>
            <a:ext cx="2727589" cy="211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Khỉ mẹ</a:t>
            </a:r>
          </a:p>
          <a:p>
            <a:pPr algn="ctr">
              <a:lnSpc>
                <a:spcPts val="2137"/>
              </a:lnSpc>
            </a:pPr>
            <a:r>
              <a:rPr lang="en-US" sz="1350" spc="9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Sẵn sàng hy sinh tính mạng để bảo vệ bạn đời. Biểu tượng của lòng thủy chung và bản năng sống mãnh liệt.</a:t>
            </a:r>
          </a:p>
          <a:p>
            <a:pPr algn="ctr">
              <a:lnSpc>
                <a:spcPts val="1470"/>
              </a:lnSpc>
            </a:pPr>
            <a:r>
              <a:rPr lang="en-US" sz="1050" spc="7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LÒNG CAO THƯỢNG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6872" y="3214240"/>
            <a:ext cx="2857290" cy="211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Khỉ con</a:t>
            </a:r>
          </a:p>
          <a:p>
            <a:pPr algn="ctr">
              <a:lnSpc>
                <a:spcPts val="2137"/>
              </a:lnSpc>
            </a:pP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 ngây thơ nhưng quyết liệt. Hành động cướp súng và lao xuống vực là minh chứng cho sự phản kháng của tự nhiên.</a:t>
            </a:r>
          </a:p>
          <a:p>
            <a:pPr algn="ctr">
              <a:lnSpc>
                <a:spcPts val="1470"/>
              </a:lnSpc>
            </a:pPr>
            <a:r>
              <a:rPr lang="en-US" sz="1050" spc="6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 PHẢN KHÁNG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2429046" y="3297498"/>
            <a:ext cx="2800883" cy="26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Nạn nhâncủa họng súng, hiện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0186" y="3982888"/>
            <a:ext cx="2886608" cy="127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thân cho sự đau đớn và yếu thế trước sức mạnh hủy diệt của con người</a:t>
            </a:r>
            <a:r>
              <a:rPr lang="en-US" sz="1350" spc="1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ctr">
              <a:lnSpc>
                <a:spcPts val="1470"/>
              </a:lnSpc>
            </a:pPr>
            <a:r>
              <a:rPr lang="en-US" sz="1050" spc="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TÂM ĐIỂM TÌNH THƯƠNG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8497" y="1536697"/>
            <a:ext cx="3489322" cy="4213222"/>
            <a:chOff x="0" y="0"/>
            <a:chExt cx="3489325" cy="42132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3362325" cy="4086225"/>
            </a:xfrm>
            <a:custGeom>
              <a:avLst/>
              <a:gdLst/>
              <a:ahLst/>
              <a:cxnLst/>
              <a:rect r="r" b="b" t="t" l="l"/>
              <a:pathLst>
                <a:path h="4086225" w="3362325">
                  <a:moveTo>
                    <a:pt x="0" y="4086225"/>
                  </a:moveTo>
                  <a:lnTo>
                    <a:pt x="3362325" y="4086225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3362325" cy="57150"/>
            </a:xfrm>
            <a:custGeom>
              <a:avLst/>
              <a:gdLst/>
              <a:ahLst/>
              <a:cxnLst/>
              <a:rect r="r" b="b" t="t" l="l"/>
              <a:pathLst>
                <a:path h="57150" w="3362325">
                  <a:moveTo>
                    <a:pt x="0" y="57150"/>
                  </a:moveTo>
                  <a:lnTo>
                    <a:pt x="3362325" y="57150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2000" y="571500"/>
            <a:ext cx="76200" cy="552450"/>
            <a:chOff x="0" y="0"/>
            <a:chExt cx="76200" cy="552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552450"/>
            </a:xfrm>
            <a:custGeom>
              <a:avLst/>
              <a:gdLst/>
              <a:ahLst/>
              <a:cxnLst/>
              <a:rect r="r" b="b" t="t" l="l"/>
              <a:pathLst>
                <a:path h="552450" w="76200">
                  <a:moveTo>
                    <a:pt x="0" y="552450"/>
                  </a:moveTo>
                  <a:lnTo>
                    <a:pt x="76200" y="552450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46572" y="1536697"/>
            <a:ext cx="3498847" cy="4213222"/>
            <a:chOff x="0" y="0"/>
            <a:chExt cx="3498850" cy="42132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3371850" cy="4086225"/>
            </a:xfrm>
            <a:custGeom>
              <a:avLst/>
              <a:gdLst/>
              <a:ahLst/>
              <a:cxnLst/>
              <a:rect r="r" b="b" t="t" l="l"/>
              <a:pathLst>
                <a:path h="4086225" w="3371850">
                  <a:moveTo>
                    <a:pt x="0" y="4086225"/>
                  </a:moveTo>
                  <a:lnTo>
                    <a:pt x="3371850" y="4086225"/>
                  </a:lnTo>
                  <a:lnTo>
                    <a:pt x="3371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371850" cy="57150"/>
            </a:xfrm>
            <a:custGeom>
              <a:avLst/>
              <a:gdLst/>
              <a:ahLst/>
              <a:cxnLst/>
              <a:rect r="r" b="b" t="t" l="l"/>
              <a:pathLst>
                <a:path h="57150" w="3371850">
                  <a:moveTo>
                    <a:pt x="0" y="57150"/>
                  </a:moveTo>
                  <a:lnTo>
                    <a:pt x="3371850" y="57150"/>
                  </a:lnTo>
                  <a:lnTo>
                    <a:pt x="3371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5905500"/>
            <a:ext cx="12192000" cy="952500"/>
          </a:xfrm>
          <a:custGeom>
            <a:avLst/>
            <a:gdLst/>
            <a:ahLst/>
            <a:cxnLst/>
            <a:rect r="r" b="b" t="t" l="l"/>
            <a:pathLst>
              <a:path h="952500" w="12192000">
                <a:moveTo>
                  <a:pt x="0" y="0"/>
                </a:moveTo>
                <a:lnTo>
                  <a:pt x="12192000" y="0"/>
                </a:lnTo>
                <a:lnTo>
                  <a:pt x="121920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004172" y="1536697"/>
            <a:ext cx="3489322" cy="4213222"/>
            <a:chOff x="0" y="0"/>
            <a:chExt cx="3489325" cy="42132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3362325" cy="4086225"/>
            </a:xfrm>
            <a:custGeom>
              <a:avLst/>
              <a:gdLst/>
              <a:ahLst/>
              <a:cxnLst/>
              <a:rect r="r" b="b" t="t" l="l"/>
              <a:pathLst>
                <a:path h="4086225" w="3362325">
                  <a:moveTo>
                    <a:pt x="0" y="4086225"/>
                  </a:moveTo>
                  <a:lnTo>
                    <a:pt x="3362325" y="4086225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>
                <a:alpha val="0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3362325" cy="57150"/>
            </a:xfrm>
            <a:custGeom>
              <a:avLst/>
              <a:gdLst/>
              <a:ahLst/>
              <a:cxnLst/>
              <a:rect r="r" b="b" t="t" l="l"/>
              <a:pathLst>
                <a:path h="57150" w="3362325">
                  <a:moveTo>
                    <a:pt x="0" y="57150"/>
                  </a:moveTo>
                  <a:lnTo>
                    <a:pt x="3362325" y="57150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469773"/>
            <a:ext cx="6274118" cy="8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NGHỆ THUẬT KỂ CHUYỆN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1971675"/>
            <a:ext cx="1805216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</a:t>
            </a:r>
          </a:p>
          <a:p>
            <a:pPr algn="l">
              <a:lnSpc>
                <a:spcPts val="3666"/>
              </a:lnSpc>
            </a:pPr>
            <a:r>
              <a:rPr lang="en-US" sz="1800" spc="1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Ngôi kể thứ ba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98949" y="1971675"/>
            <a:ext cx="2847746" cy="355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</a:t>
            </a:r>
          </a:p>
          <a:p>
            <a:pPr algn="l">
              <a:lnSpc>
                <a:spcPts val="2520"/>
              </a:lnSpc>
            </a:pPr>
            <a:r>
              <a:rPr lang="en-US" sz="1800" spc="1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Điểm nhìn trần thuật</a:t>
            </a:r>
          </a:p>
          <a:p>
            <a:pPr algn="l">
              <a:lnSpc>
                <a:spcPts val="2137"/>
              </a:lnSpc>
            </a:pPr>
            <a:r>
              <a:rPr lang="en-US" sz="1350" spc="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Điểm nhìn bám sát nhân vật </a:t>
            </a:r>
            <a:r>
              <a:rPr lang="en-US" sz="1350" spc="13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ông Diểu</a:t>
            </a:r>
            <a:r>
              <a:rPr lang="en-US" sz="1350" spc="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, giúp người đọc cảm nhận rõ những biến chuyển tinh tế trong tâm trạng.</a:t>
            </a:r>
          </a:p>
          <a:p>
            <a:pPr algn="l">
              <a:lnSpc>
                <a:spcPts val="3375"/>
              </a:lnSpc>
            </a:pPr>
            <a:r>
              <a:rPr lang="en-US" sz="1350" spc="5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Mọi sự kiện trong rừng đều</a:t>
            </a:r>
          </a:p>
          <a:p>
            <a:pPr algn="l">
              <a:lnSpc>
                <a:spcPts val="974"/>
              </a:lnSpc>
            </a:pPr>
            <a:r>
              <a:rPr lang="en-US" sz="1350" spc="9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được lọc qua lăng kính nhận</a:t>
            </a:r>
          </a:p>
          <a:p>
            <a:pPr algn="l">
              <a:lnSpc>
                <a:spcPts val="3375"/>
              </a:lnSpc>
            </a:pPr>
            <a:r>
              <a:rPr lang="en-US" sz="1350" spc="12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thức và cảm xúc của nhân vật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chí</a:t>
            </a:r>
            <a:r>
              <a:rPr lang="en-US" sz="13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50148" y="1971675"/>
            <a:ext cx="2191664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</a:t>
            </a:r>
          </a:p>
          <a:p>
            <a:pPr algn="l">
              <a:lnSpc>
                <a:spcPts val="3666"/>
              </a:lnSpc>
            </a:pPr>
            <a:r>
              <a:rPr lang="en-US" sz="18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 kết hợp lời văn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6825" y="3083233"/>
            <a:ext cx="44948" cy="37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78973" y="3083233"/>
            <a:ext cx="44948" cy="37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750" y="3178845"/>
            <a:ext cx="2326779" cy="26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Sử dụngngôi kể thứ ba </a:t>
            </a:r>
            <a:r>
              <a:rPr lang="en-US" sz="135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hạn tri</a:t>
            </a: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3461242"/>
            <a:ext cx="2805313" cy="178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giúp người kể chuyện vừa khách quan vừa có thể thâm nhập sâu vào thế giới nội tâm.</a:t>
            </a:r>
          </a:p>
          <a:p>
            <a:pPr algn="l">
              <a:lnSpc>
                <a:spcPts val="3375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Tạo ra khoảng cách cần thiết để</a:t>
            </a:r>
          </a:p>
          <a:p>
            <a:pPr algn="l">
              <a:lnSpc>
                <a:spcPts val="974"/>
              </a:lnSpc>
            </a:pPr>
            <a:r>
              <a:rPr lang="en-US" sz="1350" spc="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người đọc tự chiêm nghiệm và</a:t>
            </a:r>
          </a:p>
          <a:p>
            <a:pPr algn="l">
              <a:lnSpc>
                <a:spcPts val="3375"/>
              </a:lnSpc>
            </a:pPr>
            <a:r>
              <a:rPr lang="en-US" sz="1350" spc="1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đánh giá các sự kiện.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50148" y="3200448"/>
            <a:ext cx="2756268" cy="30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Đan xen nhuần nhuyễngiữa lời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50148" y="3461242"/>
            <a:ext cx="2663152" cy="178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4"/>
              </a:lnSpc>
            </a:pP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người kể chuyện, đối thoại và </a:t>
            </a:r>
            <a:r>
              <a:rPr lang="en-US" sz="1350" spc="1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độc thoại nội tâm</a:t>
            </a: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just">
              <a:lnSpc>
                <a:spcPts val="3375"/>
              </a:lnSpc>
            </a:pP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Giọng kể chậm rãi, giàu chất</a:t>
            </a:r>
          </a:p>
          <a:p>
            <a:pPr algn="just">
              <a:lnSpc>
                <a:spcPts val="974"/>
              </a:lnSpc>
            </a:pPr>
            <a:r>
              <a:rPr lang="en-US" sz="1350" spc="1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miêu tả và suy tư, tạo nên vẻ</a:t>
            </a:r>
          </a:p>
          <a:p>
            <a:pPr algn="just">
              <a:lnSpc>
                <a:spcPts val="3375"/>
              </a:lnSpc>
            </a:pPr>
            <a:r>
              <a:rPr lang="en-US" sz="1350" spc="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đẹp vừa hoang sơ vừa ám ảnh</a:t>
            </a:r>
          </a:p>
          <a:p>
            <a:pPr algn="just">
              <a:lnSpc>
                <a:spcPts val="974"/>
              </a:lnSpc>
            </a:pPr>
            <a:r>
              <a:rPr lang="en-US" sz="1350" spc="5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của núi rừng.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8497" y="1536697"/>
            <a:ext cx="3489322" cy="3936997"/>
            <a:chOff x="0" y="0"/>
            <a:chExt cx="3489325" cy="393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3362325" cy="3810000"/>
            </a:xfrm>
            <a:custGeom>
              <a:avLst/>
              <a:gdLst/>
              <a:ahLst/>
              <a:cxnLst/>
              <a:rect r="r" b="b" t="t" l="l"/>
              <a:pathLst>
                <a:path h="3810000" w="3362325">
                  <a:moveTo>
                    <a:pt x="0" y="3810000"/>
                  </a:moveTo>
                  <a:lnTo>
                    <a:pt x="3362325" y="3810000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>
                <a:alpha val="784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3362325" cy="57150"/>
            </a:xfrm>
            <a:custGeom>
              <a:avLst/>
              <a:gdLst/>
              <a:ahLst/>
              <a:cxnLst/>
              <a:rect r="r" b="b" t="t" l="l"/>
              <a:pathLst>
                <a:path h="57150" w="3362325">
                  <a:moveTo>
                    <a:pt x="0" y="57150"/>
                  </a:moveTo>
                  <a:lnTo>
                    <a:pt x="3362325" y="57150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2000" y="571500"/>
            <a:ext cx="76200" cy="552450"/>
            <a:chOff x="0" y="0"/>
            <a:chExt cx="76200" cy="552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552450"/>
            </a:xfrm>
            <a:custGeom>
              <a:avLst/>
              <a:gdLst/>
              <a:ahLst/>
              <a:cxnLst/>
              <a:rect r="r" b="b" t="t" l="l"/>
              <a:pathLst>
                <a:path h="552450" w="76200">
                  <a:moveTo>
                    <a:pt x="0" y="552450"/>
                  </a:moveTo>
                  <a:lnTo>
                    <a:pt x="76200" y="552450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46572" y="1536697"/>
            <a:ext cx="3498847" cy="3936997"/>
            <a:chOff x="0" y="0"/>
            <a:chExt cx="3498850" cy="393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337185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371850">
                  <a:moveTo>
                    <a:pt x="0" y="3810000"/>
                  </a:moveTo>
                  <a:lnTo>
                    <a:pt x="3371850" y="3810000"/>
                  </a:lnTo>
                  <a:lnTo>
                    <a:pt x="3371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371850" cy="57150"/>
            </a:xfrm>
            <a:custGeom>
              <a:avLst/>
              <a:gdLst/>
              <a:ahLst/>
              <a:cxnLst/>
              <a:rect r="r" b="b" t="t" l="l"/>
              <a:pathLst>
                <a:path h="57150" w="3371850">
                  <a:moveTo>
                    <a:pt x="0" y="57150"/>
                  </a:moveTo>
                  <a:lnTo>
                    <a:pt x="3371850" y="57150"/>
                  </a:lnTo>
                  <a:lnTo>
                    <a:pt x="3371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2000" y="5791200"/>
            <a:ext cx="10668000" cy="952500"/>
            <a:chOff x="0" y="0"/>
            <a:chExt cx="10668000" cy="952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8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0668000">
                  <a:moveTo>
                    <a:pt x="0" y="952500"/>
                  </a:moveTo>
                  <a:lnTo>
                    <a:pt x="10668000" y="952500"/>
                  </a:lnTo>
                  <a:lnTo>
                    <a:pt x="10668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04172" y="1536697"/>
            <a:ext cx="3489322" cy="3936997"/>
            <a:chOff x="0" y="0"/>
            <a:chExt cx="3489325" cy="393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3362325" cy="3810000"/>
            </a:xfrm>
            <a:custGeom>
              <a:avLst/>
              <a:gdLst/>
              <a:ahLst/>
              <a:cxnLst/>
              <a:rect r="r" b="b" t="t" l="l"/>
              <a:pathLst>
                <a:path h="3810000" w="3362325">
                  <a:moveTo>
                    <a:pt x="0" y="3810000"/>
                  </a:moveTo>
                  <a:lnTo>
                    <a:pt x="3362325" y="3810000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>
                <a:alpha val="784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362325" cy="57150"/>
            </a:xfrm>
            <a:custGeom>
              <a:avLst/>
              <a:gdLst/>
              <a:ahLst/>
              <a:cxnLst/>
              <a:rect r="r" b="b" t="t" l="l"/>
              <a:pathLst>
                <a:path h="57150" w="3362325">
                  <a:moveTo>
                    <a:pt x="0" y="57150"/>
                  </a:moveTo>
                  <a:lnTo>
                    <a:pt x="3362325" y="57150"/>
                  </a:lnTo>
                  <a:lnTo>
                    <a:pt x="33623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449542"/>
            <a:ext cx="9248927" cy="64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Ý NGHĨA NHAN ĐỀ "MUỐI CỦA RỪNG"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750" y="1935480"/>
            <a:ext cx="233172" cy="75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❄</a:t>
            </a:r>
          </a:p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8949" y="1935480"/>
            <a:ext cx="262318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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50148" y="1935480"/>
            <a:ext cx="291465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∞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9225" y="1932299"/>
            <a:ext cx="1705889" cy="33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Hoa Tử Huyền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98999" y="1932299"/>
            <a:ext cx="1348511" cy="33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Biểu tượng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78773" y="1932299"/>
            <a:ext cx="829237" cy="33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Triết lý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750" y="3416617"/>
            <a:ext cx="136017" cy="18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98949" y="2502217"/>
            <a:ext cx="136017" cy="18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98949" y="3416617"/>
            <a:ext cx="136017" cy="18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50148" y="2502217"/>
            <a:ext cx="136017" cy="18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50148" y="3673792"/>
            <a:ext cx="136017" cy="18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5400" y="2460869"/>
            <a:ext cx="2582675" cy="170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Loài hoa </a:t>
            </a:r>
            <a:r>
              <a:rPr lang="en-US" sz="1350" spc="4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30 năm mới nở một lần</a:t>
            </a:r>
            <a:r>
              <a:rPr lang="en-US" sz="1350" spc="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, nhỏ như đầu tăm, màu trắng tinh khiết.</a:t>
            </a:r>
          </a:p>
          <a:p>
            <a:pPr algn="l">
              <a:lnSpc>
                <a:spcPts val="3375"/>
              </a:lnSpc>
            </a:pP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Vị mặn của hoa chính là</a:t>
            </a:r>
          </a:p>
          <a:p>
            <a:pPr algn="l">
              <a:lnSpc>
                <a:spcPts val="675"/>
              </a:lnSpc>
            </a:pPr>
            <a:r>
              <a:rPr lang="en-US" sz="1350" spc="2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"muối của rừng"</a:t>
            </a:r>
            <a:r>
              <a:rPr lang="en-US" sz="1350" spc="2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, kết tinh từ</a:t>
            </a:r>
          </a:p>
          <a:p>
            <a:pPr algn="l">
              <a:lnSpc>
                <a:spcPts val="3375"/>
              </a:lnSpc>
            </a:pPr>
            <a:r>
              <a:rPr lang="en-US" sz="1350" spc="9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linh khí đất trời.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46599" y="2460869"/>
            <a:ext cx="2536850" cy="170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Là biểu tượng của </a:t>
            </a:r>
            <a:r>
              <a:rPr lang="en-US" sz="1350" spc="6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lòng trắc ẩn</a:t>
            </a: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và khát khao hướng thiện trong mỗi con người.</a:t>
            </a:r>
          </a:p>
          <a:p>
            <a:pPr algn="l">
              <a:lnSpc>
                <a:spcPts val="3375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Điềm báo về một cuộc sống</a:t>
            </a:r>
          </a:p>
          <a:p>
            <a:pPr algn="l">
              <a:lnSpc>
                <a:spcPts val="675"/>
              </a:lnSpc>
            </a:pPr>
            <a:r>
              <a:rPr lang="en-US" sz="135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thanh bình</a:t>
            </a: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, mùa màng</a:t>
            </a:r>
          </a:p>
          <a:p>
            <a:pPr algn="l">
              <a:lnSpc>
                <a:spcPts val="3375"/>
              </a:lnSpc>
            </a:pPr>
            <a:r>
              <a:rPr lang="en-US" sz="1350" spc="9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phong túc và may mắn.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97798" y="2470128"/>
            <a:ext cx="2507704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Con người chỉ tìm thấy hạnh phúc thực sự khi biết </a:t>
            </a:r>
            <a:r>
              <a:rPr lang="en-US" sz="1350" spc="8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sám hối</a:t>
            </a: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và yêu thương thiên nhiên.</a:t>
            </a:r>
          </a:p>
          <a:p>
            <a:pPr algn="l">
              <a:lnSpc>
                <a:spcPts val="3375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 giao hòa tuyệt đối giữa</a:t>
            </a:r>
          </a:p>
          <a:p>
            <a:pPr algn="l">
              <a:lnSpc>
                <a:spcPts val="675"/>
              </a:lnSpc>
            </a:pPr>
            <a:r>
              <a:rPr lang="en-US" sz="1350" spc="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con người và rừng xanh sau</a:t>
            </a:r>
          </a:p>
          <a:p>
            <a:pPr algn="l">
              <a:lnSpc>
                <a:spcPts val="3375"/>
              </a:lnSpc>
            </a:pPr>
            <a:r>
              <a:rPr lang="en-US" sz="1350" spc="9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những va chạm khốc liệt.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3570" y="6063215"/>
            <a:ext cx="9817713" cy="6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46" i="true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"Khi rừng kết muối, đấy là điềm báo đất nước thanh bình, mùa màng phong túc. Người nào gặp hoa tử huyền sẽ gặp may mắn."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2500" y="5495925"/>
            <a:ext cx="34004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E9C46A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8497" y="1536697"/>
            <a:ext cx="3432172" cy="4489447"/>
            <a:chOff x="0" y="0"/>
            <a:chExt cx="3432175" cy="4489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3305175" cy="4362450"/>
            </a:xfrm>
            <a:custGeom>
              <a:avLst/>
              <a:gdLst/>
              <a:ahLst/>
              <a:cxnLst/>
              <a:rect r="r" b="b" t="t" l="l"/>
              <a:pathLst>
                <a:path h="4362450" w="3305175">
                  <a:moveTo>
                    <a:pt x="0" y="4362450"/>
                  </a:moveTo>
                  <a:lnTo>
                    <a:pt x="3305175" y="4362450"/>
                  </a:lnTo>
                  <a:lnTo>
                    <a:pt x="3305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3305175" cy="57150"/>
            </a:xfrm>
            <a:custGeom>
              <a:avLst/>
              <a:gdLst/>
              <a:ahLst/>
              <a:cxnLst/>
              <a:rect r="r" b="b" t="t" l="l"/>
              <a:pathLst>
                <a:path h="57150" w="3305175">
                  <a:moveTo>
                    <a:pt x="0" y="57150"/>
                  </a:moveTo>
                  <a:lnTo>
                    <a:pt x="3305175" y="57150"/>
                  </a:lnTo>
                  <a:lnTo>
                    <a:pt x="3305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2000" y="571500"/>
            <a:ext cx="76200" cy="552450"/>
            <a:chOff x="0" y="0"/>
            <a:chExt cx="76200" cy="552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552450"/>
            </a:xfrm>
            <a:custGeom>
              <a:avLst/>
              <a:gdLst/>
              <a:ahLst/>
              <a:cxnLst/>
              <a:rect r="r" b="b" t="t" l="l"/>
              <a:pathLst>
                <a:path h="552450" w="76200">
                  <a:moveTo>
                    <a:pt x="0" y="552450"/>
                  </a:moveTo>
                  <a:lnTo>
                    <a:pt x="76200" y="552450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84672" y="1536697"/>
            <a:ext cx="3422647" cy="4489447"/>
            <a:chOff x="0" y="0"/>
            <a:chExt cx="3422650" cy="4489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3295650" cy="4362450"/>
            </a:xfrm>
            <a:custGeom>
              <a:avLst/>
              <a:gdLst/>
              <a:ahLst/>
              <a:cxnLst/>
              <a:rect r="r" b="b" t="t" l="l"/>
              <a:pathLst>
                <a:path h="4362450" w="3295650">
                  <a:moveTo>
                    <a:pt x="0" y="4362450"/>
                  </a:moveTo>
                  <a:lnTo>
                    <a:pt x="3295650" y="4362450"/>
                  </a:lnTo>
                  <a:lnTo>
                    <a:pt x="32956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>
                <a:alpha val="784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295650" cy="57150"/>
            </a:xfrm>
            <a:custGeom>
              <a:avLst/>
              <a:gdLst/>
              <a:ahLst/>
              <a:cxnLst/>
              <a:rect r="r" b="b" t="t" l="l"/>
              <a:pathLst>
                <a:path h="57150" w="3295650">
                  <a:moveTo>
                    <a:pt x="0" y="57150"/>
                  </a:moveTo>
                  <a:lnTo>
                    <a:pt x="3295650" y="57150"/>
                  </a:lnTo>
                  <a:lnTo>
                    <a:pt x="32956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61322" y="1536697"/>
            <a:ext cx="4194172" cy="5384797"/>
            <a:chOff x="0" y="0"/>
            <a:chExt cx="4194175" cy="538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305175" cy="4362450"/>
            </a:xfrm>
            <a:custGeom>
              <a:avLst/>
              <a:gdLst/>
              <a:ahLst/>
              <a:cxnLst/>
              <a:rect r="r" b="b" t="t" l="l"/>
              <a:pathLst>
                <a:path h="4362450" w="3305175">
                  <a:moveTo>
                    <a:pt x="0" y="4362450"/>
                  </a:moveTo>
                  <a:lnTo>
                    <a:pt x="3305175" y="4362450"/>
                  </a:lnTo>
                  <a:lnTo>
                    <a:pt x="3305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>
                <a:alpha val="0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3305175" cy="57150"/>
            </a:xfrm>
            <a:custGeom>
              <a:avLst/>
              <a:gdLst/>
              <a:ahLst/>
              <a:cxnLst/>
              <a:rect r="r" b="b" t="t" l="l"/>
              <a:pathLst>
                <a:path h="57150" w="3305175">
                  <a:moveTo>
                    <a:pt x="0" y="57150"/>
                  </a:moveTo>
                  <a:lnTo>
                    <a:pt x="3305175" y="57150"/>
                  </a:lnTo>
                  <a:lnTo>
                    <a:pt x="33051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73175" y="2463800"/>
              <a:ext cx="28575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2857500">
                  <a:moveTo>
                    <a:pt x="2857500" y="0"/>
                  </a:moveTo>
                  <a:lnTo>
                    <a:pt x="0" y="2857500"/>
                  </a:lnTo>
                  <a:lnTo>
                    <a:pt x="2857500" y="2857500"/>
                  </a:lnTo>
                  <a:lnTo>
                    <a:pt x="285750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482460"/>
            <a:ext cx="6225226" cy="7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THÔNG ĐIỆP VÀ BÀI HỌC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1914525"/>
            <a:ext cx="2564559" cy="139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</a:t>
            </a:r>
          </a:p>
          <a:p>
            <a:pPr algn="l">
              <a:lnSpc>
                <a:spcPts val="2400"/>
              </a:lnSpc>
            </a:pPr>
            <a:r>
              <a:rPr lang="en-US" sz="19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 giao hòa Con người - Thiên nhiên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30801" y="1914525"/>
            <a:ext cx="2620251" cy="182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</a:t>
            </a:r>
          </a:p>
          <a:p>
            <a:pPr algn="l">
              <a:lnSpc>
                <a:spcPts val="2400"/>
              </a:lnSpc>
            </a:pPr>
            <a:r>
              <a:rPr lang="en-US" sz="19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Sức mạnh của Lòng trắc ẩn</a:t>
            </a:r>
          </a:p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Lòng trắc ẩn là sợi dây kếtnối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13852" y="1914525"/>
            <a:ext cx="2620251" cy="182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⚖</a:t>
            </a:r>
          </a:p>
          <a:p>
            <a:pPr algn="l">
              <a:lnSpc>
                <a:spcPts val="2400"/>
              </a:lnSpc>
            </a:pPr>
            <a:r>
              <a:rPr lang="en-US" sz="19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Trách nhiệm và Hệ quả</a:t>
            </a:r>
          </a:p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Mỗi hànhđộng của con người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95650" y="3359458"/>
            <a:ext cx="44948" cy="37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88226" y="3359458"/>
            <a:ext cx="44948" cy="37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23477" y="3359458"/>
            <a:ext cx="44948" cy="37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3460728"/>
            <a:ext cx="2610536" cy="27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Thiên nhiên không phải làđối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750" y="3736953"/>
            <a:ext cx="2614574" cy="178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37"/>
              </a:lnSpc>
            </a:pPr>
            <a:r>
              <a:rPr lang="en-US" sz="1350" spc="2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tượng để thống trị. Mối quan hệ bền vững nhất là sự </a:t>
            </a:r>
            <a:r>
              <a:rPr lang="en-US" sz="1350" spc="2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cộng sinh và tôn trọng</a:t>
            </a:r>
            <a:r>
              <a:rPr lang="en-US" sz="1350" spc="2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lẫn nhau.</a:t>
            </a:r>
          </a:p>
          <a:p>
            <a:pPr algn="just">
              <a:lnSpc>
                <a:spcPts val="3375"/>
              </a:lnSpc>
            </a:pPr>
            <a:r>
              <a:rPr lang="en-US" sz="1350" spc="9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Mỗi sinh linh đều có quyền</a:t>
            </a:r>
          </a:p>
          <a:p>
            <a:pPr algn="just">
              <a:lnSpc>
                <a:spcPts val="974"/>
              </a:lnSpc>
            </a:pP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sống và có linh hồn riêng, cần</a:t>
            </a:r>
          </a:p>
          <a:p>
            <a:pPr algn="just">
              <a:lnSpc>
                <a:spcPts val="3375"/>
              </a:lnSpc>
            </a:pPr>
            <a:r>
              <a:rPr lang="en-US" sz="1350" spc="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được bảo vệ thay vì hủy diệt.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30801" y="3736953"/>
            <a:ext cx="2642521" cy="206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spc="5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mọi sinh linh, giúp con người </a:t>
            </a:r>
            <a:r>
              <a:rPr lang="en-US" sz="1350" spc="5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vượt lên trên bản năng</a:t>
            </a:r>
            <a:r>
              <a:rPr lang="en-US" sz="1350" spc="5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tầm thường để tìm lại bản ngã</a:t>
            </a:r>
          </a:p>
          <a:p>
            <a:pPr algn="l">
              <a:lnSpc>
                <a:spcPts val="2324"/>
              </a:lnSpc>
            </a:pPr>
            <a:r>
              <a:rPr lang="en-US" sz="1350" spc="1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thiện lương.</a:t>
            </a:r>
          </a:p>
          <a:p>
            <a:pPr algn="l">
              <a:lnSpc>
                <a:spcPts val="3375"/>
              </a:lnSpc>
            </a:pPr>
            <a:r>
              <a:rPr lang="en-US" sz="1350" spc="13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Sự sám hối và lòng nhân ái</a:t>
            </a:r>
          </a:p>
          <a:p>
            <a:pPr algn="l">
              <a:lnSpc>
                <a:spcPts val="974"/>
              </a:lnSpc>
            </a:pPr>
            <a:r>
              <a:rPr lang="en-US" sz="1350" spc="4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chính là "muối" giúp thanh lọc</a:t>
            </a:r>
          </a:p>
          <a:p>
            <a:pPr algn="l">
              <a:lnSpc>
                <a:spcPts val="3375"/>
              </a:lnSpc>
            </a:pPr>
            <a:r>
              <a:rPr lang="en-US" sz="1350" spc="1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tâm hồn con người.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13852" y="3749421"/>
            <a:ext cx="2658161" cy="208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đối với thiên nhiên đều để lại </a:t>
            </a:r>
            <a:r>
              <a:rPr lang="en-US" sz="1350" spc="1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hệ quả sâu sắc</a:t>
            </a:r>
            <a:r>
              <a:rPr lang="en-US" sz="1350" spc="1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, ảnh hưởng trực tiếp đến tương lai của</a:t>
            </a:r>
          </a:p>
          <a:p>
            <a:pPr algn="l">
              <a:lnSpc>
                <a:spcPts val="2324"/>
              </a:lnSpc>
            </a:pPr>
            <a:r>
              <a:rPr lang="en-US" sz="1350" spc="2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chính chúng ta.</a:t>
            </a:r>
          </a:p>
          <a:p>
            <a:pPr algn="l">
              <a:lnSpc>
                <a:spcPts val="3375"/>
              </a:lnSpc>
            </a:pPr>
            <a:r>
              <a:rPr lang="en-US" sz="1350" spc="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Sống hòa hợp với tự nhiên là</a:t>
            </a:r>
          </a:p>
          <a:p>
            <a:pPr algn="l">
              <a:lnSpc>
                <a:spcPts val="974"/>
              </a:lnSpc>
            </a:pPr>
            <a:r>
              <a:rPr lang="en-US" sz="1350" spc="12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cách duy nhất để tìm thấy sự</a:t>
            </a:r>
          </a:p>
          <a:p>
            <a:pPr algn="l">
              <a:lnSpc>
                <a:spcPts val="3375"/>
              </a:lnSpc>
            </a:pPr>
            <a:r>
              <a:rPr lang="en-US" sz="1350" spc="16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bình yên và may mắn bền lâu.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7270747" cy="6984997"/>
            <a:chOff x="0" y="0"/>
            <a:chExt cx="7270750" cy="698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87883" y="1730756"/>
              <a:ext cx="4666361" cy="4666361"/>
            </a:xfrm>
            <a:custGeom>
              <a:avLst/>
              <a:gdLst/>
              <a:ahLst/>
              <a:cxnLst/>
              <a:rect r="r" b="b" t="t" l="l"/>
              <a:pathLst>
                <a:path h="4666361" w="4666361">
                  <a:moveTo>
                    <a:pt x="0" y="986155"/>
                  </a:moveTo>
                  <a:lnTo>
                    <a:pt x="3680206" y="0"/>
                  </a:lnTo>
                  <a:lnTo>
                    <a:pt x="4666361" y="3680206"/>
                  </a:lnTo>
                  <a:lnTo>
                    <a:pt x="986155" y="4666361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5715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5715000">
                  <a:moveTo>
                    <a:pt x="0" y="0"/>
                  </a:moveTo>
                  <a:lnTo>
                    <a:pt x="0" y="6858000"/>
                  </a:lnTo>
                  <a:lnTo>
                    <a:pt x="5715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2A9D8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349623" y="539496"/>
              <a:ext cx="2857627" cy="2857881"/>
            </a:xfrm>
            <a:custGeom>
              <a:avLst/>
              <a:gdLst/>
              <a:ahLst/>
              <a:cxnLst/>
              <a:rect r="r" b="b" t="t" l="l"/>
              <a:pathLst>
                <a:path h="2857881" w="2857627">
                  <a:moveTo>
                    <a:pt x="2857627" y="1429004"/>
                  </a:moveTo>
                  <a:cubicBezTo>
                    <a:pt x="2857627" y="1452372"/>
                    <a:pt x="2857119" y="1475740"/>
                    <a:pt x="2855849" y="1499108"/>
                  </a:cubicBezTo>
                  <a:cubicBezTo>
                    <a:pt x="2854579" y="1522476"/>
                    <a:pt x="2853055" y="1545717"/>
                    <a:pt x="2850642" y="1569085"/>
                  </a:cubicBezTo>
                  <a:cubicBezTo>
                    <a:pt x="2848229" y="1592453"/>
                    <a:pt x="2845435" y="1615567"/>
                    <a:pt x="2842006" y="1638681"/>
                  </a:cubicBezTo>
                  <a:cubicBezTo>
                    <a:pt x="2838577" y="1661795"/>
                    <a:pt x="2834640" y="1684909"/>
                    <a:pt x="2830068" y="1707769"/>
                  </a:cubicBezTo>
                  <a:cubicBezTo>
                    <a:pt x="2825496" y="1730629"/>
                    <a:pt x="2820416" y="1753489"/>
                    <a:pt x="2814701" y="1776222"/>
                  </a:cubicBezTo>
                  <a:cubicBezTo>
                    <a:pt x="2808986" y="1798955"/>
                    <a:pt x="2802763" y="1821434"/>
                    <a:pt x="2796032" y="1843786"/>
                  </a:cubicBezTo>
                  <a:cubicBezTo>
                    <a:pt x="2789301" y="1866138"/>
                    <a:pt x="2781935" y="1888363"/>
                    <a:pt x="2774061" y="1910334"/>
                  </a:cubicBezTo>
                  <a:cubicBezTo>
                    <a:pt x="2766187" y="1932305"/>
                    <a:pt x="2757805" y="1954149"/>
                    <a:pt x="2748788" y="1975739"/>
                  </a:cubicBezTo>
                  <a:cubicBezTo>
                    <a:pt x="2739771" y="1997329"/>
                    <a:pt x="2730373" y="2018665"/>
                    <a:pt x="2720340" y="2039874"/>
                  </a:cubicBezTo>
                  <a:cubicBezTo>
                    <a:pt x="2710307" y="2061083"/>
                    <a:pt x="2699766" y="2081911"/>
                    <a:pt x="2688844" y="2102485"/>
                  </a:cubicBezTo>
                  <a:cubicBezTo>
                    <a:pt x="2677922" y="2123059"/>
                    <a:pt x="2666365" y="2143379"/>
                    <a:pt x="2654300" y="2163445"/>
                  </a:cubicBezTo>
                  <a:cubicBezTo>
                    <a:pt x="2642235" y="2183511"/>
                    <a:pt x="2629789" y="2203196"/>
                    <a:pt x="2616708" y="2222754"/>
                  </a:cubicBezTo>
                  <a:cubicBezTo>
                    <a:pt x="2603627" y="2242312"/>
                    <a:pt x="2590292" y="2261362"/>
                    <a:pt x="2576322" y="2280031"/>
                  </a:cubicBezTo>
                  <a:cubicBezTo>
                    <a:pt x="2562352" y="2298700"/>
                    <a:pt x="2548001" y="2317242"/>
                    <a:pt x="2533142" y="2335276"/>
                  </a:cubicBezTo>
                  <a:cubicBezTo>
                    <a:pt x="2518283" y="2353310"/>
                    <a:pt x="2503043" y="2371090"/>
                    <a:pt x="2487295" y="2388362"/>
                  </a:cubicBezTo>
                  <a:cubicBezTo>
                    <a:pt x="2471547" y="2405634"/>
                    <a:pt x="2455418" y="2422652"/>
                    <a:pt x="2438908" y="2439162"/>
                  </a:cubicBezTo>
                  <a:cubicBezTo>
                    <a:pt x="2422398" y="2455672"/>
                    <a:pt x="2405380" y="2471801"/>
                    <a:pt x="2388108" y="2487549"/>
                  </a:cubicBezTo>
                  <a:cubicBezTo>
                    <a:pt x="2370836" y="2503297"/>
                    <a:pt x="2353056" y="2518537"/>
                    <a:pt x="2335022" y="2533396"/>
                  </a:cubicBezTo>
                  <a:cubicBezTo>
                    <a:pt x="2316988" y="2548255"/>
                    <a:pt x="2298573" y="2562606"/>
                    <a:pt x="2279777" y="2576576"/>
                  </a:cubicBezTo>
                  <a:cubicBezTo>
                    <a:pt x="2260981" y="2590546"/>
                    <a:pt x="2241931" y="2604008"/>
                    <a:pt x="2222500" y="2616962"/>
                  </a:cubicBezTo>
                  <a:cubicBezTo>
                    <a:pt x="2203069" y="2629916"/>
                    <a:pt x="2183257" y="2642489"/>
                    <a:pt x="2163191" y="2654554"/>
                  </a:cubicBezTo>
                  <a:cubicBezTo>
                    <a:pt x="2143125" y="2666619"/>
                    <a:pt x="2122805" y="2678049"/>
                    <a:pt x="2102231" y="2689098"/>
                  </a:cubicBezTo>
                  <a:cubicBezTo>
                    <a:pt x="2081657" y="2700147"/>
                    <a:pt x="2060702" y="2710688"/>
                    <a:pt x="2039620" y="2720594"/>
                  </a:cubicBezTo>
                  <a:cubicBezTo>
                    <a:pt x="2018538" y="2730500"/>
                    <a:pt x="1997075" y="2740025"/>
                    <a:pt x="1975485" y="2749042"/>
                  </a:cubicBezTo>
                  <a:cubicBezTo>
                    <a:pt x="1953895" y="2758059"/>
                    <a:pt x="1932051" y="2766441"/>
                    <a:pt x="1910080" y="2774315"/>
                  </a:cubicBezTo>
                  <a:cubicBezTo>
                    <a:pt x="1888109" y="2782189"/>
                    <a:pt x="1865884" y="2789555"/>
                    <a:pt x="1843532" y="2796286"/>
                  </a:cubicBezTo>
                  <a:cubicBezTo>
                    <a:pt x="1821180" y="2803017"/>
                    <a:pt x="1798574" y="2809240"/>
                    <a:pt x="1775968" y="2814955"/>
                  </a:cubicBezTo>
                  <a:cubicBezTo>
                    <a:pt x="1753362" y="2820670"/>
                    <a:pt x="1730502" y="2825750"/>
                    <a:pt x="1707515" y="2830322"/>
                  </a:cubicBezTo>
                  <a:cubicBezTo>
                    <a:pt x="1684528" y="2834894"/>
                    <a:pt x="1661541" y="2838831"/>
                    <a:pt x="1638427" y="2842260"/>
                  </a:cubicBezTo>
                  <a:cubicBezTo>
                    <a:pt x="1615313" y="2845689"/>
                    <a:pt x="1592072" y="2848610"/>
                    <a:pt x="1568831" y="2850896"/>
                  </a:cubicBezTo>
                  <a:cubicBezTo>
                    <a:pt x="1545590" y="2853182"/>
                    <a:pt x="1522222" y="2854960"/>
                    <a:pt x="1498854" y="2856103"/>
                  </a:cubicBezTo>
                  <a:cubicBezTo>
                    <a:pt x="1475486" y="2857246"/>
                    <a:pt x="1452118" y="2857881"/>
                    <a:pt x="1428750" y="2857881"/>
                  </a:cubicBezTo>
                  <a:cubicBezTo>
                    <a:pt x="1405382" y="2857881"/>
                    <a:pt x="1382014" y="2857246"/>
                    <a:pt x="1358646" y="2856103"/>
                  </a:cubicBezTo>
                  <a:cubicBezTo>
                    <a:pt x="1335278" y="2854960"/>
                    <a:pt x="1312037" y="2853182"/>
                    <a:pt x="1288669" y="2850896"/>
                  </a:cubicBezTo>
                  <a:cubicBezTo>
                    <a:pt x="1265301" y="2848610"/>
                    <a:pt x="1242187" y="2845689"/>
                    <a:pt x="1219073" y="2842260"/>
                  </a:cubicBezTo>
                  <a:cubicBezTo>
                    <a:pt x="1195959" y="2838831"/>
                    <a:pt x="1172845" y="2834767"/>
                    <a:pt x="1149985" y="2830322"/>
                  </a:cubicBezTo>
                  <a:cubicBezTo>
                    <a:pt x="1127125" y="2825877"/>
                    <a:pt x="1104265" y="2820670"/>
                    <a:pt x="1081532" y="2814955"/>
                  </a:cubicBezTo>
                  <a:cubicBezTo>
                    <a:pt x="1058799" y="2809240"/>
                    <a:pt x="1036320" y="2803017"/>
                    <a:pt x="1013968" y="2796286"/>
                  </a:cubicBezTo>
                  <a:cubicBezTo>
                    <a:pt x="991616" y="2789555"/>
                    <a:pt x="969391" y="2782189"/>
                    <a:pt x="947420" y="2774315"/>
                  </a:cubicBezTo>
                  <a:cubicBezTo>
                    <a:pt x="925449" y="2766441"/>
                    <a:pt x="903605" y="2758059"/>
                    <a:pt x="882015" y="2749042"/>
                  </a:cubicBezTo>
                  <a:cubicBezTo>
                    <a:pt x="860425" y="2740025"/>
                    <a:pt x="839089" y="2730627"/>
                    <a:pt x="817880" y="2720594"/>
                  </a:cubicBezTo>
                  <a:cubicBezTo>
                    <a:pt x="796671" y="2710561"/>
                    <a:pt x="775843" y="2700147"/>
                    <a:pt x="755269" y="2689098"/>
                  </a:cubicBezTo>
                  <a:cubicBezTo>
                    <a:pt x="734695" y="2678049"/>
                    <a:pt x="714375" y="2666619"/>
                    <a:pt x="694309" y="2654554"/>
                  </a:cubicBezTo>
                  <a:cubicBezTo>
                    <a:pt x="674243" y="2642489"/>
                    <a:pt x="654558" y="2630043"/>
                    <a:pt x="635127" y="2616962"/>
                  </a:cubicBezTo>
                  <a:cubicBezTo>
                    <a:pt x="615696" y="2603881"/>
                    <a:pt x="596519" y="2590546"/>
                    <a:pt x="577850" y="2576576"/>
                  </a:cubicBezTo>
                  <a:cubicBezTo>
                    <a:pt x="559181" y="2562606"/>
                    <a:pt x="540639" y="2548255"/>
                    <a:pt x="522605" y="2533396"/>
                  </a:cubicBezTo>
                  <a:cubicBezTo>
                    <a:pt x="504571" y="2518537"/>
                    <a:pt x="486791" y="2503297"/>
                    <a:pt x="469519" y="2487549"/>
                  </a:cubicBezTo>
                  <a:cubicBezTo>
                    <a:pt x="452247" y="2471801"/>
                    <a:pt x="435229" y="2455672"/>
                    <a:pt x="418719" y="2439162"/>
                  </a:cubicBezTo>
                  <a:cubicBezTo>
                    <a:pt x="402209" y="2422652"/>
                    <a:pt x="386080" y="2405634"/>
                    <a:pt x="370332" y="2388362"/>
                  </a:cubicBezTo>
                  <a:cubicBezTo>
                    <a:pt x="354584" y="2371090"/>
                    <a:pt x="339344" y="2353310"/>
                    <a:pt x="324485" y="2335276"/>
                  </a:cubicBezTo>
                  <a:cubicBezTo>
                    <a:pt x="309626" y="2317242"/>
                    <a:pt x="295275" y="2298827"/>
                    <a:pt x="281305" y="2280031"/>
                  </a:cubicBezTo>
                  <a:cubicBezTo>
                    <a:pt x="267335" y="2261235"/>
                    <a:pt x="253873" y="2242185"/>
                    <a:pt x="240919" y="2222754"/>
                  </a:cubicBezTo>
                  <a:cubicBezTo>
                    <a:pt x="227965" y="2203323"/>
                    <a:pt x="215392" y="2183511"/>
                    <a:pt x="203327" y="2163445"/>
                  </a:cubicBezTo>
                  <a:cubicBezTo>
                    <a:pt x="191262" y="2143379"/>
                    <a:pt x="179832" y="2123059"/>
                    <a:pt x="168783" y="2102485"/>
                  </a:cubicBezTo>
                  <a:cubicBezTo>
                    <a:pt x="157734" y="2081911"/>
                    <a:pt x="147193" y="2060956"/>
                    <a:pt x="137287" y="2039874"/>
                  </a:cubicBezTo>
                  <a:cubicBezTo>
                    <a:pt x="127381" y="2018792"/>
                    <a:pt x="117856" y="1997329"/>
                    <a:pt x="108839" y="1975739"/>
                  </a:cubicBezTo>
                  <a:cubicBezTo>
                    <a:pt x="99822" y="1954149"/>
                    <a:pt x="91440" y="1932305"/>
                    <a:pt x="83566" y="1910334"/>
                  </a:cubicBezTo>
                  <a:cubicBezTo>
                    <a:pt x="75692" y="1888363"/>
                    <a:pt x="68326" y="1866138"/>
                    <a:pt x="61595" y="1843786"/>
                  </a:cubicBezTo>
                  <a:cubicBezTo>
                    <a:pt x="54864" y="1821434"/>
                    <a:pt x="48641" y="1798828"/>
                    <a:pt x="42926" y="1776222"/>
                  </a:cubicBezTo>
                  <a:cubicBezTo>
                    <a:pt x="37211" y="1753616"/>
                    <a:pt x="32131" y="1730756"/>
                    <a:pt x="27559" y="1707769"/>
                  </a:cubicBezTo>
                  <a:cubicBezTo>
                    <a:pt x="22987" y="1684782"/>
                    <a:pt x="19050" y="1661795"/>
                    <a:pt x="15621" y="1638681"/>
                  </a:cubicBezTo>
                  <a:cubicBezTo>
                    <a:pt x="12192" y="1615567"/>
                    <a:pt x="9271" y="1592326"/>
                    <a:pt x="6985" y="1569085"/>
                  </a:cubicBezTo>
                  <a:cubicBezTo>
                    <a:pt x="4699" y="1545844"/>
                    <a:pt x="2921" y="1522476"/>
                    <a:pt x="1778" y="1499108"/>
                  </a:cubicBezTo>
                  <a:cubicBezTo>
                    <a:pt x="635" y="1475740"/>
                    <a:pt x="0" y="1452372"/>
                    <a:pt x="0" y="1429004"/>
                  </a:cubicBezTo>
                  <a:cubicBezTo>
                    <a:pt x="0" y="1405636"/>
                    <a:pt x="635" y="1382268"/>
                    <a:pt x="1778" y="1358900"/>
                  </a:cubicBezTo>
                  <a:cubicBezTo>
                    <a:pt x="2921" y="1335532"/>
                    <a:pt x="4699" y="1312164"/>
                    <a:pt x="6985" y="1288923"/>
                  </a:cubicBezTo>
                  <a:cubicBezTo>
                    <a:pt x="9271" y="1265682"/>
                    <a:pt x="12192" y="1242441"/>
                    <a:pt x="15621" y="1219327"/>
                  </a:cubicBezTo>
                  <a:cubicBezTo>
                    <a:pt x="19050" y="1196213"/>
                    <a:pt x="22987" y="1173226"/>
                    <a:pt x="27559" y="1150239"/>
                  </a:cubicBezTo>
                  <a:cubicBezTo>
                    <a:pt x="32131" y="1127252"/>
                    <a:pt x="37211" y="1104519"/>
                    <a:pt x="42926" y="1081786"/>
                  </a:cubicBezTo>
                  <a:cubicBezTo>
                    <a:pt x="48641" y="1059053"/>
                    <a:pt x="54864" y="1036574"/>
                    <a:pt x="61595" y="1014222"/>
                  </a:cubicBezTo>
                  <a:cubicBezTo>
                    <a:pt x="68326" y="991870"/>
                    <a:pt x="75692" y="969645"/>
                    <a:pt x="83566" y="947674"/>
                  </a:cubicBezTo>
                  <a:cubicBezTo>
                    <a:pt x="91440" y="925703"/>
                    <a:pt x="99822" y="903859"/>
                    <a:pt x="108839" y="882269"/>
                  </a:cubicBezTo>
                  <a:cubicBezTo>
                    <a:pt x="117856" y="860679"/>
                    <a:pt x="127254" y="839343"/>
                    <a:pt x="137287" y="818134"/>
                  </a:cubicBezTo>
                  <a:cubicBezTo>
                    <a:pt x="147320" y="796925"/>
                    <a:pt x="157734" y="776097"/>
                    <a:pt x="168783" y="755523"/>
                  </a:cubicBezTo>
                  <a:cubicBezTo>
                    <a:pt x="179832" y="734949"/>
                    <a:pt x="191262" y="714502"/>
                    <a:pt x="203327" y="694436"/>
                  </a:cubicBezTo>
                  <a:cubicBezTo>
                    <a:pt x="215392" y="674370"/>
                    <a:pt x="227838" y="654685"/>
                    <a:pt x="240919" y="635127"/>
                  </a:cubicBezTo>
                  <a:cubicBezTo>
                    <a:pt x="254000" y="615569"/>
                    <a:pt x="267335" y="596519"/>
                    <a:pt x="281305" y="577850"/>
                  </a:cubicBezTo>
                  <a:cubicBezTo>
                    <a:pt x="295275" y="559181"/>
                    <a:pt x="309626" y="540639"/>
                    <a:pt x="324485" y="522605"/>
                  </a:cubicBezTo>
                  <a:cubicBezTo>
                    <a:pt x="339344" y="504571"/>
                    <a:pt x="354584" y="486791"/>
                    <a:pt x="370332" y="469519"/>
                  </a:cubicBezTo>
                  <a:cubicBezTo>
                    <a:pt x="386080" y="452247"/>
                    <a:pt x="402209" y="435229"/>
                    <a:pt x="418719" y="418719"/>
                  </a:cubicBezTo>
                  <a:cubicBezTo>
                    <a:pt x="435229" y="402209"/>
                    <a:pt x="452247" y="386080"/>
                    <a:pt x="469519" y="370332"/>
                  </a:cubicBezTo>
                  <a:cubicBezTo>
                    <a:pt x="486791" y="354584"/>
                    <a:pt x="504571" y="339344"/>
                    <a:pt x="522605" y="324485"/>
                  </a:cubicBezTo>
                  <a:cubicBezTo>
                    <a:pt x="540639" y="309626"/>
                    <a:pt x="559054" y="295275"/>
                    <a:pt x="577850" y="281305"/>
                  </a:cubicBezTo>
                  <a:cubicBezTo>
                    <a:pt x="596646" y="267335"/>
                    <a:pt x="615696" y="253873"/>
                    <a:pt x="635127" y="240919"/>
                  </a:cubicBezTo>
                  <a:cubicBezTo>
                    <a:pt x="654558" y="227965"/>
                    <a:pt x="674370" y="215392"/>
                    <a:pt x="694309" y="203327"/>
                  </a:cubicBezTo>
                  <a:cubicBezTo>
                    <a:pt x="714248" y="191262"/>
                    <a:pt x="734695" y="179832"/>
                    <a:pt x="755269" y="168783"/>
                  </a:cubicBezTo>
                  <a:cubicBezTo>
                    <a:pt x="775843" y="157734"/>
                    <a:pt x="796798" y="147193"/>
                    <a:pt x="817880" y="137287"/>
                  </a:cubicBezTo>
                  <a:cubicBezTo>
                    <a:pt x="838962" y="127381"/>
                    <a:pt x="860425" y="117856"/>
                    <a:pt x="882015" y="108839"/>
                  </a:cubicBezTo>
                  <a:cubicBezTo>
                    <a:pt x="903605" y="99822"/>
                    <a:pt x="925449" y="91440"/>
                    <a:pt x="947420" y="83566"/>
                  </a:cubicBezTo>
                  <a:cubicBezTo>
                    <a:pt x="969391" y="75692"/>
                    <a:pt x="991616" y="68326"/>
                    <a:pt x="1013968" y="61595"/>
                  </a:cubicBezTo>
                  <a:cubicBezTo>
                    <a:pt x="1036320" y="54864"/>
                    <a:pt x="1058926" y="48641"/>
                    <a:pt x="1081532" y="42926"/>
                  </a:cubicBezTo>
                  <a:cubicBezTo>
                    <a:pt x="1104138" y="37211"/>
                    <a:pt x="1126998" y="32131"/>
                    <a:pt x="1149985" y="27559"/>
                  </a:cubicBezTo>
                  <a:cubicBezTo>
                    <a:pt x="1172972" y="22987"/>
                    <a:pt x="1195959" y="19050"/>
                    <a:pt x="1219073" y="15621"/>
                  </a:cubicBezTo>
                  <a:cubicBezTo>
                    <a:pt x="1242187" y="12192"/>
                    <a:pt x="1265428" y="9271"/>
                    <a:pt x="1288669" y="6985"/>
                  </a:cubicBezTo>
                  <a:cubicBezTo>
                    <a:pt x="1311910" y="4699"/>
                    <a:pt x="1335278" y="2921"/>
                    <a:pt x="1358646" y="1778"/>
                  </a:cubicBezTo>
                  <a:cubicBezTo>
                    <a:pt x="1382014" y="635"/>
                    <a:pt x="1405382" y="0"/>
                    <a:pt x="1428750" y="0"/>
                  </a:cubicBezTo>
                  <a:cubicBezTo>
                    <a:pt x="1452118" y="0"/>
                    <a:pt x="1475486" y="635"/>
                    <a:pt x="1498854" y="1778"/>
                  </a:cubicBezTo>
                  <a:cubicBezTo>
                    <a:pt x="1522222" y="2921"/>
                    <a:pt x="1545590" y="4699"/>
                    <a:pt x="1568831" y="6985"/>
                  </a:cubicBezTo>
                  <a:cubicBezTo>
                    <a:pt x="1592072" y="9271"/>
                    <a:pt x="1615313" y="12192"/>
                    <a:pt x="1638427" y="15621"/>
                  </a:cubicBezTo>
                  <a:cubicBezTo>
                    <a:pt x="1661541" y="19050"/>
                    <a:pt x="1684655" y="22987"/>
                    <a:pt x="1707515" y="27559"/>
                  </a:cubicBezTo>
                  <a:cubicBezTo>
                    <a:pt x="1730375" y="32131"/>
                    <a:pt x="1753235" y="37211"/>
                    <a:pt x="1775968" y="42926"/>
                  </a:cubicBezTo>
                  <a:cubicBezTo>
                    <a:pt x="1798701" y="48641"/>
                    <a:pt x="1821180" y="54864"/>
                    <a:pt x="1843532" y="61595"/>
                  </a:cubicBezTo>
                  <a:cubicBezTo>
                    <a:pt x="1865884" y="68326"/>
                    <a:pt x="1888109" y="75692"/>
                    <a:pt x="1910080" y="83566"/>
                  </a:cubicBezTo>
                  <a:cubicBezTo>
                    <a:pt x="1932051" y="91440"/>
                    <a:pt x="1953895" y="99822"/>
                    <a:pt x="1975485" y="108839"/>
                  </a:cubicBezTo>
                  <a:cubicBezTo>
                    <a:pt x="1997075" y="117856"/>
                    <a:pt x="2018411" y="127254"/>
                    <a:pt x="2039620" y="137287"/>
                  </a:cubicBezTo>
                  <a:cubicBezTo>
                    <a:pt x="2060829" y="147320"/>
                    <a:pt x="2081657" y="157861"/>
                    <a:pt x="2102231" y="168783"/>
                  </a:cubicBezTo>
                  <a:cubicBezTo>
                    <a:pt x="2122805" y="179705"/>
                    <a:pt x="2143252" y="191389"/>
                    <a:pt x="2163191" y="203327"/>
                  </a:cubicBezTo>
                  <a:cubicBezTo>
                    <a:pt x="2183130" y="215265"/>
                    <a:pt x="2203069" y="227838"/>
                    <a:pt x="2222500" y="240919"/>
                  </a:cubicBezTo>
                  <a:cubicBezTo>
                    <a:pt x="2241931" y="254000"/>
                    <a:pt x="2261108" y="267335"/>
                    <a:pt x="2279777" y="281305"/>
                  </a:cubicBezTo>
                  <a:cubicBezTo>
                    <a:pt x="2298446" y="295275"/>
                    <a:pt x="2316988" y="309626"/>
                    <a:pt x="2335022" y="324485"/>
                  </a:cubicBezTo>
                  <a:cubicBezTo>
                    <a:pt x="2353056" y="339344"/>
                    <a:pt x="2370836" y="354584"/>
                    <a:pt x="2388108" y="370332"/>
                  </a:cubicBezTo>
                  <a:cubicBezTo>
                    <a:pt x="2405380" y="386080"/>
                    <a:pt x="2422398" y="402082"/>
                    <a:pt x="2438908" y="418719"/>
                  </a:cubicBezTo>
                  <a:cubicBezTo>
                    <a:pt x="2455418" y="435356"/>
                    <a:pt x="2471547" y="452247"/>
                    <a:pt x="2487295" y="469519"/>
                  </a:cubicBezTo>
                  <a:cubicBezTo>
                    <a:pt x="2503043" y="486791"/>
                    <a:pt x="2518283" y="504571"/>
                    <a:pt x="2533142" y="522605"/>
                  </a:cubicBezTo>
                  <a:cubicBezTo>
                    <a:pt x="2548001" y="540639"/>
                    <a:pt x="2562352" y="559054"/>
                    <a:pt x="2576322" y="577850"/>
                  </a:cubicBezTo>
                  <a:cubicBezTo>
                    <a:pt x="2590292" y="596646"/>
                    <a:pt x="2603754" y="615696"/>
                    <a:pt x="2616708" y="635127"/>
                  </a:cubicBezTo>
                  <a:cubicBezTo>
                    <a:pt x="2629662" y="654558"/>
                    <a:pt x="2642235" y="674370"/>
                    <a:pt x="2654300" y="694436"/>
                  </a:cubicBezTo>
                  <a:cubicBezTo>
                    <a:pt x="2666365" y="714502"/>
                    <a:pt x="2677795" y="734822"/>
                    <a:pt x="2688844" y="755523"/>
                  </a:cubicBezTo>
                  <a:cubicBezTo>
                    <a:pt x="2699893" y="776224"/>
                    <a:pt x="2710434" y="797052"/>
                    <a:pt x="2720340" y="818134"/>
                  </a:cubicBezTo>
                  <a:cubicBezTo>
                    <a:pt x="2730246" y="839216"/>
                    <a:pt x="2739771" y="860679"/>
                    <a:pt x="2748788" y="882269"/>
                  </a:cubicBezTo>
                  <a:cubicBezTo>
                    <a:pt x="2757805" y="903859"/>
                    <a:pt x="2766187" y="925703"/>
                    <a:pt x="2774061" y="947674"/>
                  </a:cubicBezTo>
                  <a:cubicBezTo>
                    <a:pt x="2781935" y="969645"/>
                    <a:pt x="2789301" y="991870"/>
                    <a:pt x="2796032" y="1014222"/>
                  </a:cubicBezTo>
                  <a:cubicBezTo>
                    <a:pt x="2802763" y="1036574"/>
                    <a:pt x="2809113" y="1059180"/>
                    <a:pt x="2814701" y="1081786"/>
                  </a:cubicBezTo>
                  <a:cubicBezTo>
                    <a:pt x="2820289" y="1104392"/>
                    <a:pt x="2825496" y="1127252"/>
                    <a:pt x="2830068" y="1150239"/>
                  </a:cubicBezTo>
                  <a:cubicBezTo>
                    <a:pt x="2834640" y="1173226"/>
                    <a:pt x="2838577" y="1196213"/>
                    <a:pt x="2842006" y="1219327"/>
                  </a:cubicBezTo>
                  <a:cubicBezTo>
                    <a:pt x="2845435" y="1242441"/>
                    <a:pt x="2848356" y="1265682"/>
                    <a:pt x="2850642" y="1288923"/>
                  </a:cubicBezTo>
                  <a:cubicBezTo>
                    <a:pt x="2852928" y="1312164"/>
                    <a:pt x="2854706" y="1335532"/>
                    <a:pt x="2855849" y="1358900"/>
                  </a:cubicBezTo>
                  <a:cubicBezTo>
                    <a:pt x="2856992" y="1382268"/>
                    <a:pt x="2857627" y="1405636"/>
                    <a:pt x="2857627" y="1429004"/>
                  </a:cubicBezTo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763250" y="4314825"/>
            <a:ext cx="476250" cy="19050"/>
            <a:chOff x="0" y="0"/>
            <a:chExt cx="47625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6250" cy="19050"/>
            </a:xfrm>
            <a:custGeom>
              <a:avLst/>
              <a:gdLst/>
              <a:ahLst/>
              <a:cxnLst/>
              <a:rect r="r" b="b" t="t" l="l"/>
              <a:pathLst>
                <a:path h="19050" w="476250">
                  <a:moveTo>
                    <a:pt x="0" y="19050"/>
                  </a:moveTo>
                  <a:lnTo>
                    <a:pt x="476250" y="19050"/>
                  </a:lnTo>
                  <a:lnTo>
                    <a:pt x="476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465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25200" y="1457325"/>
            <a:ext cx="114300" cy="2019300"/>
            <a:chOff x="0" y="0"/>
            <a:chExt cx="114300" cy="2019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" cy="2019300"/>
            </a:xfrm>
            <a:custGeom>
              <a:avLst/>
              <a:gdLst/>
              <a:ahLst/>
              <a:cxnLst/>
              <a:rect r="r" b="b" t="t" l="l"/>
              <a:pathLst>
                <a:path h="2019300" w="114300">
                  <a:moveTo>
                    <a:pt x="0" y="2019300"/>
                  </a:moveTo>
                  <a:lnTo>
                    <a:pt x="114300" y="2019300"/>
                  </a:ln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20300" y="289560"/>
            <a:ext cx="124358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2401">
                <a:solidFill>
                  <a:srgbClr val="2A9D8F">
                    <a:alpha val="40000"/>
                  </a:srgbClr>
                </a:solidFill>
                <a:latin typeface="Arimo"/>
                <a:ea typeface="Arimo"/>
                <a:cs typeface="Arimo"/>
                <a:sym typeface="Arimo"/>
              </a:rPr>
              <a:t>☀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34275" y="1759991"/>
            <a:ext cx="3271323" cy="65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480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KẾT LUẬN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67675" y="2209152"/>
            <a:ext cx="59922" cy="50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67300" y="2355990"/>
            <a:ext cx="5791686" cy="36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8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"Muối của rừng" là một bàica vềtình thươngvàsự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95825" y="2717940"/>
            <a:ext cx="6167399" cy="73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99"/>
              </a:lnSpc>
            </a:pPr>
            <a:r>
              <a:rPr lang="en-US" sz="1800">
                <a:solidFill>
                  <a:srgbClr val="2A9D8F"/>
                </a:solidFill>
                <a:latin typeface="Arimo"/>
                <a:ea typeface="Arimo"/>
                <a:cs typeface="Arimo"/>
                <a:sym typeface="Arimo"/>
              </a:rPr>
              <a:t>sám hối. Hãy sống hòa hợpvới thiên nhiênđểthấy được những đóa hoa "tử huyền" trong tâmhồnmình.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76825" y="4236453"/>
            <a:ext cx="5604596" cy="43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spc="18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TRÂN TRỌNG CẢM ƠN!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95850" y="4826308"/>
            <a:ext cx="44948" cy="37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6465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57725" y="4975203"/>
            <a:ext cx="6713315" cy="22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50">
                <a:solidFill>
                  <a:srgbClr val="264653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Hyvọngbàithuyếttrìnhđãmanglạichobạnnhữnggócnhìnsâusắcvề tác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87050" y="5184753"/>
            <a:ext cx="559613" cy="22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50">
                <a:solidFill>
                  <a:srgbClr val="264653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phẩ</a:t>
            </a:r>
            <a:r>
              <a:rPr lang="en-US" sz="1350">
                <a:solidFill>
                  <a:srgbClr val="000000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350">
                <a:solidFill>
                  <a:srgbClr val="264653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DAHCVpK52kI</dc:identifier>
  <dcterms:modified xsi:type="dcterms:W3CDTF">2011-08-01T06:04:30Z</dcterms:modified>
  <cp:revision>1</cp:revision>
  <dc:title>Muối_của_rừng_-_Nguyễn_Huy_Thiệp.pdf</dc:title>
</cp:coreProperties>
</file>